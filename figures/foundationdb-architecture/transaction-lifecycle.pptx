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48" r:id="rId1"/>
  </p:sldMasterIdLst>
  <p:notesMasterIdLst>
    <p:notesMasterId r:id="rId3"/>
  </p:notesMasterIdLst>
  <p:sldIdLst>
    <p:sldId id="305" r:id="rId2"/>
  </p:sldIdLst>
  <p:sldSz cx="12192000" cy="6858000"/>
  <p:notesSz cx="6858000" cy="9144000"/>
  <p:defaultTextStyle>
    <a:defPPr>
      <a:defRPr lang="es-E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2160" userDrawn="1">
          <p15:clr>
            <a:srgbClr val="A4A3A4"/>
          </p15:clr>
        </p15:guide>
        <p15:guide id="2" pos="3840" userDrawn="1">
          <p15:clr>
            <a:srgbClr val="A4A3A4"/>
          </p15:clr>
        </p15:guide>
      </p15:sldGuideLst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>
    <p:restoredLeft sz="15620"/>
    <p:restoredTop sz="94660"/>
  </p:normalViewPr>
  <p:slideViewPr>
    <p:cSldViewPr snapToGrid="0" showGuides="1">
      <p:cViewPr varScale="1">
        <p:scale>
          <a:sx n="238" d="100"/>
          <a:sy n="238" d="100"/>
        </p:scale>
        <p:origin x="552" y="204"/>
      </p:cViewPr>
      <p:guideLst>
        <p:guide orient="horz" pos="2160"/>
        <p:guide pos="384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2008" cy="72008"/>
</p:viewPr>
</file>

<file path=ppt/_rels/presentation.xml.rels><?xml version="1.0" encoding="UTF-8" standalone="yes"?>
<Relationships xmlns="http://schemas.openxmlformats.org/package/2006/relationships"><Relationship Id="rId3" Type="http://schemas.openxmlformats.org/officeDocument/2006/relationships/notesMaster" Target="notesMasters/notesMaster1.xml"/><Relationship Id="rId7" Type="http://schemas.openxmlformats.org/officeDocument/2006/relationships/tableStyles" Target="tableStyles.xml"/><Relationship Id="rId2" Type="http://schemas.openxmlformats.org/officeDocument/2006/relationships/slide" Target="slides/slide1.xml"/><Relationship Id="rId1" Type="http://schemas.openxmlformats.org/officeDocument/2006/relationships/slideMaster" Target="slideMasters/slideMaster1.xml"/><Relationship Id="rId6" Type="http://schemas.openxmlformats.org/officeDocument/2006/relationships/theme" Target="theme/theme1.xml"/><Relationship Id="rId5" Type="http://schemas.openxmlformats.org/officeDocument/2006/relationships/viewProps" Target="viewProps.xml"/><Relationship Id="rId4" Type="http://schemas.openxmlformats.org/officeDocument/2006/relationships/presProps" Target="presProps.xml"/></Relationships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C4E43094-E861-4D9F-9EE6-EC7464843A3A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8D342882-183B-4477-8687-304B2BC7077B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2725767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07ECD70-3CAE-8773-326E-11174F98A300}"/>
              </a:ext>
            </a:extLst>
          </p:cNvPr>
          <p:cNvSpPr>
            <a:spLocks noGrp="1"/>
          </p:cNvSpPr>
          <p:nvPr>
            <p:ph type="ctrTitle"/>
          </p:nvPr>
        </p:nvSpPr>
        <p:spPr>
          <a:xfrm>
            <a:off x="1524000" y="1122363"/>
            <a:ext cx="9144000" cy="2387600"/>
          </a:xfrm>
        </p:spPr>
        <p:txBody>
          <a:bodyPr anchor="b"/>
          <a:lstStyle>
            <a:lvl1pPr algn="ctr"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Subtitle 2">
            <a:extLst>
              <a:ext uri="{FF2B5EF4-FFF2-40B4-BE49-F238E27FC236}">
                <a16:creationId xmlns:a16="http://schemas.microsoft.com/office/drawing/2014/main" id="{E9CDAD58-FE4C-9BE5-FF7F-7B5B10B99121}"/>
              </a:ext>
            </a:extLst>
          </p:cNvPr>
          <p:cNvSpPr>
            <a:spLocks noGrp="1"/>
          </p:cNvSpPr>
          <p:nvPr>
            <p:ph type="subTitle" idx="1"/>
          </p:nvPr>
        </p:nvSpPr>
        <p:spPr>
          <a:xfrm>
            <a:off x="1524000" y="3602038"/>
            <a:ext cx="9144000" cy="1655762"/>
          </a:xfrm>
        </p:spPr>
        <p:txBody>
          <a:bodyPr/>
          <a:lstStyle>
            <a:lvl1pPr marL="0" indent="0" algn="ctr">
              <a:buNone/>
              <a:defRPr sz="24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8ECF6B53-DFD4-75AE-9586-C76046781B7A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F94A66B6-F349-90E9-C594-C2799704E04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C670BD21-65F7-E107-ECB3-36455763226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563570836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AF5A56DD-BB72-9CBB-5A74-4C3D5F0E6C4D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422CC80A-D1D2-4029-1461-19DD003C72D8}"/>
              </a:ext>
            </a:extLst>
          </p:cNvPr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9D12E79E-CCC1-D881-E57A-B1EBE90945A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0F48CAE-8755-214C-DE78-FA352E0912A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FCFDB48D-C383-9FFA-EE26-4764FE7ADEF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30134294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E6BE9873-75D1-DD5A-C41A-06E7D41B88D4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1850" y="1709738"/>
            <a:ext cx="10515600" cy="2852737"/>
          </a:xfrm>
        </p:spPr>
        <p:txBody>
          <a:bodyPr anchor="b"/>
          <a:lstStyle>
            <a:lvl1pPr>
              <a:defRPr sz="60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93A74EB2-933B-C27B-A8D2-7A629083F842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1850" y="4589463"/>
            <a:ext cx="10515600" cy="1500187"/>
          </a:xfrm>
        </p:spPr>
        <p:txBody>
          <a:bodyPr/>
          <a:lstStyle>
            <a:lvl1pPr marL="0" indent="0">
              <a:buNone/>
              <a:defRPr sz="2400">
                <a:solidFill>
                  <a:schemeClr val="tx1">
                    <a:tint val="82000"/>
                  </a:schemeClr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82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82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82000"/>
                  </a:schemeClr>
                </a:solidFill>
              </a:defRPr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549CD0A4-4F32-3AF0-E3D7-E53D2D1F650C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84310D8-BC39-2556-7032-ABAFB798CB7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8D1277DF-B06C-D0BB-9CE7-D0503D5C389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832306928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90A7BA82-138D-DDB3-286C-67128A9D7A99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6AD7CF5C-6EB5-9FB7-A764-A8E58599E40E}"/>
              </a:ext>
            </a:extLst>
          </p:cNvPr>
          <p:cNvSpPr>
            <a:spLocks noGrp="1"/>
          </p:cNvSpPr>
          <p:nvPr>
            <p:ph sz="half" idx="1"/>
          </p:nvPr>
        </p:nvSpPr>
        <p:spPr>
          <a:xfrm>
            <a:off x="838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F8127A49-446E-3C12-A099-FBF1C05F3E0A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6172200" y="1825625"/>
            <a:ext cx="5181600" cy="435133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88897BE-073E-F5FE-B98E-30082727ACA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881B6FF3-4B36-3C4E-60AA-85281976B1D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C342D791-06FA-8ADC-834B-C914072E816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6682543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F4B28BF0-58BC-8A0E-895A-E99DCE1C933F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365125"/>
            <a:ext cx="10515600" cy="1325563"/>
          </a:xfrm>
        </p:spPr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27C31155-47AA-11AE-3490-79A16EBB20A6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9788" y="1681163"/>
            <a:ext cx="5157787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4" name="Content Placeholder 3">
            <a:extLst>
              <a:ext uri="{FF2B5EF4-FFF2-40B4-BE49-F238E27FC236}">
                <a16:creationId xmlns:a16="http://schemas.microsoft.com/office/drawing/2014/main" id="{E0A95F7E-2717-A804-2B55-E13E0EB6CFE6}"/>
              </a:ext>
            </a:extLst>
          </p:cNvPr>
          <p:cNvSpPr>
            <a:spLocks noGrp="1"/>
          </p:cNvSpPr>
          <p:nvPr>
            <p:ph sz="half" idx="2"/>
          </p:nvPr>
        </p:nvSpPr>
        <p:spPr>
          <a:xfrm>
            <a:off x="839788" y="2505075"/>
            <a:ext cx="5157787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>
            <a:extLst>
              <a:ext uri="{FF2B5EF4-FFF2-40B4-BE49-F238E27FC236}">
                <a16:creationId xmlns:a16="http://schemas.microsoft.com/office/drawing/2014/main" id="{77B71A52-164F-4CC5-1730-F38B9BDFFFEF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>
          <a:xfrm>
            <a:off x="6172200" y="1681163"/>
            <a:ext cx="5183188" cy="82391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D51FD76B-755D-C897-C278-01309A750BD0}"/>
              </a:ext>
            </a:extLst>
          </p:cNvPr>
          <p:cNvSpPr>
            <a:spLocks noGrp="1"/>
          </p:cNvSpPr>
          <p:nvPr>
            <p:ph sz="quarter" idx="4"/>
          </p:nvPr>
        </p:nvSpPr>
        <p:spPr>
          <a:xfrm>
            <a:off x="6172200" y="2505075"/>
            <a:ext cx="5183188" cy="3684588"/>
          </a:xfrm>
        </p:spPr>
        <p:txBody>
          <a:bodyPr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>
            <a:extLst>
              <a:ext uri="{FF2B5EF4-FFF2-40B4-BE49-F238E27FC236}">
                <a16:creationId xmlns:a16="http://schemas.microsoft.com/office/drawing/2014/main" id="{809DD803-13F1-F58F-0B35-DDFD05A012C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8" name="Footer Placeholder 7">
            <a:extLst>
              <a:ext uri="{FF2B5EF4-FFF2-40B4-BE49-F238E27FC236}">
                <a16:creationId xmlns:a16="http://schemas.microsoft.com/office/drawing/2014/main" id="{0D6B064B-8757-B47B-B2EC-1D8B4AC846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>
            <a:extLst>
              <a:ext uri="{FF2B5EF4-FFF2-40B4-BE49-F238E27FC236}">
                <a16:creationId xmlns:a16="http://schemas.microsoft.com/office/drawing/2014/main" id="{B1164D14-6F67-CBCF-538F-7FAF167770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69700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314C908-3E9F-F513-9DF3-6A3BF1EE0DA0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>
            <a:extLst>
              <a:ext uri="{FF2B5EF4-FFF2-40B4-BE49-F238E27FC236}">
                <a16:creationId xmlns:a16="http://schemas.microsoft.com/office/drawing/2014/main" id="{5FA0E773-7BD2-C38E-BBCE-A433F8684C0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A7B1A643-9A28-2910-93DD-5C2FA5C7200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4E8BF294-7CE1-A76D-301A-3B07AAE21E6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84390608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>
            <a:extLst>
              <a:ext uri="{FF2B5EF4-FFF2-40B4-BE49-F238E27FC236}">
                <a16:creationId xmlns:a16="http://schemas.microsoft.com/office/drawing/2014/main" id="{A0843E4D-6AED-7712-35BF-BF086FEC5B7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A2FD0EFA-1AB1-3383-3FD2-1CC6030818D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0CF66B-90C3-3052-DBED-8A6EEB063986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3900002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80B25182-F2BA-CF7A-FA15-205D74CEC461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>
            <a:extLst>
              <a:ext uri="{FF2B5EF4-FFF2-40B4-BE49-F238E27FC236}">
                <a16:creationId xmlns:a16="http://schemas.microsoft.com/office/drawing/2014/main" id="{A53E1F4D-DD90-1636-F50B-DEF370C3FC1B}"/>
              </a:ext>
            </a:extLst>
          </p:cNvPr>
          <p:cNvSpPr>
            <a:spLocks noGrp="1"/>
          </p:cNvSpPr>
          <p:nvPr>
            <p:ph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87B21FA5-A445-5239-7944-7E4AFD8251F0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828D5403-CDEA-14E6-7B10-370401BB3F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97982EE1-BEFF-F2AE-8CCC-E32DFE793452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06824450-295D-ABDE-937C-B1E7EA9C782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1963880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648FAA11-50CA-1EB7-06B0-8075EEE83269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9788" y="457200"/>
            <a:ext cx="3932237" cy="1600200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Picture Placeholder 2">
            <a:extLst>
              <a:ext uri="{FF2B5EF4-FFF2-40B4-BE49-F238E27FC236}">
                <a16:creationId xmlns:a16="http://schemas.microsoft.com/office/drawing/2014/main" id="{88519072-D8EF-D35C-BF88-53A3935F63B7}"/>
              </a:ext>
            </a:extLst>
          </p:cNvPr>
          <p:cNvSpPr>
            <a:spLocks noGrp="1"/>
          </p:cNvSpPr>
          <p:nvPr>
            <p:ph type="pic" idx="1"/>
          </p:nvPr>
        </p:nvSpPr>
        <p:spPr>
          <a:xfrm>
            <a:off x="5183188" y="987425"/>
            <a:ext cx="6172200" cy="4873625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71CC8673-E461-206A-B7CB-6F95EB23E7E4}"/>
              </a:ext>
            </a:extLst>
          </p:cNvPr>
          <p:cNvSpPr>
            <a:spLocks noGrp="1"/>
          </p:cNvSpPr>
          <p:nvPr>
            <p:ph type="body" sz="half" idx="2"/>
          </p:nvPr>
        </p:nvSpPr>
        <p:spPr>
          <a:xfrm>
            <a:off x="839788" y="2057400"/>
            <a:ext cx="3932237" cy="3811588"/>
          </a:xfrm>
        </p:spPr>
        <p:txBody>
          <a:bodyPr/>
          <a:lstStyle>
            <a:lvl1pPr marL="0" indent="0"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Click to edit Master text styles</a:t>
            </a:r>
          </a:p>
        </p:txBody>
      </p:sp>
      <p:sp>
        <p:nvSpPr>
          <p:cNvPr id="5" name="Date Placeholder 4">
            <a:extLst>
              <a:ext uri="{FF2B5EF4-FFF2-40B4-BE49-F238E27FC236}">
                <a16:creationId xmlns:a16="http://schemas.microsoft.com/office/drawing/2014/main" id="{71A61091-92D0-3EDC-C5C0-DC48B41993A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6" name="Footer Placeholder 5">
            <a:extLst>
              <a:ext uri="{FF2B5EF4-FFF2-40B4-BE49-F238E27FC236}">
                <a16:creationId xmlns:a16="http://schemas.microsoft.com/office/drawing/2014/main" id="{0C4989B8-1411-1844-7759-9C22C05BCC7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>
            <a:extLst>
              <a:ext uri="{FF2B5EF4-FFF2-40B4-BE49-F238E27FC236}">
                <a16:creationId xmlns:a16="http://schemas.microsoft.com/office/drawing/2014/main" id="{97BC7216-62ED-65F4-496A-43C9DAAC098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9586763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008462D-6834-99D7-0BC5-6D2F2596EADF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4E409332-A0DE-BE13-FA56-C45F03D55074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30E0CBD-3710-9551-7769-B2C1C816749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B8843497-665D-0265-8B74-E229D04D3C15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B577A34C-6B1E-A41C-6226-E9E783CF5E1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15550288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>
            <a:extLst>
              <a:ext uri="{FF2B5EF4-FFF2-40B4-BE49-F238E27FC236}">
                <a16:creationId xmlns:a16="http://schemas.microsoft.com/office/drawing/2014/main" id="{2BC4A80D-088B-7065-8D8F-A8FECCE61A4B}"/>
              </a:ext>
            </a:extLst>
          </p:cNvPr>
          <p:cNvSpPr>
            <a:spLocks noGrp="1"/>
          </p:cNvSpPr>
          <p:nvPr>
            <p:ph type="title" orient="vert"/>
          </p:nvPr>
        </p:nvSpPr>
        <p:spPr>
          <a:xfrm>
            <a:off x="8724900" y="365125"/>
            <a:ext cx="2628900" cy="5811838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>
            <a:extLst>
              <a:ext uri="{FF2B5EF4-FFF2-40B4-BE49-F238E27FC236}">
                <a16:creationId xmlns:a16="http://schemas.microsoft.com/office/drawing/2014/main" id="{2133D726-1A1A-80EE-ABDE-CFDE87F976AE}"/>
              </a:ext>
            </a:extLst>
          </p:cNvPr>
          <p:cNvSpPr>
            <a:spLocks noGrp="1"/>
          </p:cNvSpPr>
          <p:nvPr>
            <p:ph type="body" orient="vert" idx="1"/>
          </p:nvPr>
        </p:nvSpPr>
        <p:spPr>
          <a:xfrm>
            <a:off x="838200" y="365125"/>
            <a:ext cx="7734300" cy="5811838"/>
          </a:xfrm>
        </p:spPr>
        <p:txBody>
          <a:bodyPr vert="eaVert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1708F9AD-34D1-6A98-1567-BBE9E4E57CE3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54FEE348-7441-1C57-E088-F91DB2359EE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3220C6B6-81F9-0A61-F4BF-51BB4634D668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70886667"/>
      </p:ext>
    </p:extLst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2343393309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>
            <a:extLst>
              <a:ext uri="{FF2B5EF4-FFF2-40B4-BE49-F238E27FC236}">
                <a16:creationId xmlns:a16="http://schemas.microsoft.com/office/drawing/2014/main" id="{031D5780-5ABF-FB72-E1B4-78C8A1EAF415}"/>
              </a:ext>
            </a:extLst>
          </p:cNvPr>
          <p:cNvSpPr>
            <a:spLocks noGrp="1"/>
          </p:cNvSpPr>
          <p:nvPr>
            <p:ph type="title"/>
          </p:nvPr>
        </p:nvSpPr>
        <p:spPr>
          <a:xfrm>
            <a:off x="838200" y="365125"/>
            <a:ext cx="10515600" cy="132556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A2A20AD4-CA3E-76E5-1DFB-9FAB43AEA8A3}"/>
              </a:ext>
            </a:extLst>
          </p:cNvPr>
          <p:cNvSpPr>
            <a:spLocks noGrp="1"/>
          </p:cNvSpPr>
          <p:nvPr>
            <p:ph type="body" idx="1"/>
          </p:nvPr>
        </p:nvSpPr>
        <p:spPr>
          <a:xfrm>
            <a:off x="838200" y="1825625"/>
            <a:ext cx="10515600" cy="4351338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>
            <a:extLst>
              <a:ext uri="{FF2B5EF4-FFF2-40B4-BE49-F238E27FC236}">
                <a16:creationId xmlns:a16="http://schemas.microsoft.com/office/drawing/2014/main" id="{05252D5E-20DC-2B77-CD3A-E26E00B28D4A}"/>
              </a:ext>
            </a:extLst>
          </p:cNvPr>
          <p:cNvSpPr>
            <a:spLocks noGrp="1"/>
          </p:cNvSpPr>
          <p:nvPr>
            <p:ph type="dt" sz="half" idx="2"/>
          </p:nvPr>
        </p:nvSpPr>
        <p:spPr>
          <a:xfrm>
            <a:off x="8382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6B0457DC-25F7-48B8-8D8C-C362978D6F7E}" type="datetimeFigureOut">
              <a:rPr lang="en-US" smtClean="0"/>
              <a:t>9/12/2026</a:t>
            </a:fld>
            <a:endParaRPr lang="en-US"/>
          </a:p>
        </p:txBody>
      </p:sp>
      <p:sp>
        <p:nvSpPr>
          <p:cNvPr id="5" name="Footer Placeholder 4">
            <a:extLst>
              <a:ext uri="{FF2B5EF4-FFF2-40B4-BE49-F238E27FC236}">
                <a16:creationId xmlns:a16="http://schemas.microsoft.com/office/drawing/2014/main" id="{475B5096-05AA-23F9-D7FD-B5FAD9C658CB}"/>
              </a:ext>
            </a:extLst>
          </p:cNvPr>
          <p:cNvSpPr>
            <a:spLocks noGrp="1"/>
          </p:cNvSpPr>
          <p:nvPr>
            <p:ph type="ftr" sz="quarter" idx="3"/>
          </p:nvPr>
        </p:nvSpPr>
        <p:spPr>
          <a:xfrm>
            <a:off x="4038600" y="6356350"/>
            <a:ext cx="41148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>
            <a:extLst>
              <a:ext uri="{FF2B5EF4-FFF2-40B4-BE49-F238E27FC236}">
                <a16:creationId xmlns:a16="http://schemas.microsoft.com/office/drawing/2014/main" id="{A0D3EFCA-3F47-90E4-074B-32D9766C404A}"/>
              </a:ext>
            </a:extLst>
          </p:cNvPr>
          <p:cNvSpPr>
            <a:spLocks noGrp="1"/>
          </p:cNvSpPr>
          <p:nvPr>
            <p:ph type="sldNum" sz="quarter" idx="4"/>
          </p:nvPr>
        </p:nvSpPr>
        <p:spPr>
          <a:xfrm>
            <a:off x="8610600" y="6356350"/>
            <a:ext cx="27432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82000"/>
                  </a:schemeClr>
                </a:solidFill>
              </a:defRPr>
            </a:lvl1pPr>
          </a:lstStyle>
          <a:p>
            <a:fld id="{A99B42BC-B4F9-4160-9F75-E4602C2DA51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93225758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  <p:sldLayoutId id="2147483660" r:id="rId12"/>
  </p:sldLayoutIdLst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s-E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8" Type="http://schemas.openxmlformats.org/officeDocument/2006/relationships/image" Target="../media/image6.svg"/><Relationship Id="rId3" Type="http://schemas.openxmlformats.org/officeDocument/2006/relationships/image" Target="../media/image1.svg"/><Relationship Id="rId7" Type="http://schemas.openxmlformats.org/officeDocument/2006/relationships/image" Target="../media/image5.sv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2.xml"/><Relationship Id="rId6" Type="http://schemas.openxmlformats.org/officeDocument/2006/relationships/image" Target="../media/image4.svg"/><Relationship Id="rId5" Type="http://schemas.openxmlformats.org/officeDocument/2006/relationships/image" Target="../media/image3.svg"/><Relationship Id="rId4" Type="http://schemas.openxmlformats.org/officeDocument/2006/relationships/image" Target="../media/image2.svg"/><Relationship Id="rId9" Type="http://schemas.openxmlformats.org/officeDocument/2006/relationships/image" Target="../media/image7.sv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cxnSp>
        <p:nvCxnSpPr>
          <p:cNvPr id="405" name="Straight Connector 404">
            <a:extLst>
              <a:ext uri="{FF2B5EF4-FFF2-40B4-BE49-F238E27FC236}">
                <a16:creationId xmlns:a16="http://schemas.microsoft.com/office/drawing/2014/main" id="{1C438929-89A2-5F83-850A-A1A83465DD7C}"/>
              </a:ext>
            </a:extLst>
          </p:cNvPr>
          <p:cNvCxnSpPr>
            <a:cxnSpLocks/>
          </p:cNvCxnSpPr>
          <p:nvPr/>
        </p:nvCxnSpPr>
        <p:spPr>
          <a:xfrm flipH="1">
            <a:off x="6585929" y="1770711"/>
            <a:ext cx="0" cy="4863233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1" name="TextBox 70">
            <a:extLst>
              <a:ext uri="{FF2B5EF4-FFF2-40B4-BE49-F238E27FC236}">
                <a16:creationId xmlns:a16="http://schemas.microsoft.com/office/drawing/2014/main" id="{4C2B5101-612B-707F-A02E-F3308A2D7BE0}"/>
              </a:ext>
            </a:extLst>
          </p:cNvPr>
          <p:cNvSpPr txBox="1"/>
          <p:nvPr/>
        </p:nvSpPr>
        <p:spPr>
          <a:xfrm rot="5400000" flipH="1">
            <a:off x="2094060" y="3209028"/>
            <a:ext cx="1649811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000" dirty="0" err="1"/>
              <a:t>GetReadVersionReply</a:t>
            </a:r>
            <a:r>
              <a:rPr lang="en-US" sz="1000" dirty="0"/>
              <a:t> (RV)</a:t>
            </a:r>
          </a:p>
        </p:txBody>
      </p:sp>
      <p:cxnSp>
        <p:nvCxnSpPr>
          <p:cNvPr id="70" name="Straight Arrow Connector 69">
            <a:extLst>
              <a:ext uri="{FF2B5EF4-FFF2-40B4-BE49-F238E27FC236}">
                <a16:creationId xmlns:a16="http://schemas.microsoft.com/office/drawing/2014/main" id="{086310C1-E32E-4B17-AC19-AD6F1A819550}"/>
              </a:ext>
            </a:extLst>
          </p:cNvPr>
          <p:cNvCxnSpPr>
            <a:cxnSpLocks/>
          </p:cNvCxnSpPr>
          <p:nvPr/>
        </p:nvCxnSpPr>
        <p:spPr>
          <a:xfrm>
            <a:off x="2805575" y="2469212"/>
            <a:ext cx="0" cy="1801292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73" name="Straight Arrow Connector 72">
            <a:extLst>
              <a:ext uri="{FF2B5EF4-FFF2-40B4-BE49-F238E27FC236}">
                <a16:creationId xmlns:a16="http://schemas.microsoft.com/office/drawing/2014/main" id="{9E1F87BC-E6BC-491F-94AC-0874A587DA33}"/>
              </a:ext>
            </a:extLst>
          </p:cNvPr>
          <p:cNvCxnSpPr>
            <a:cxnSpLocks/>
          </p:cNvCxnSpPr>
          <p:nvPr/>
        </p:nvCxnSpPr>
        <p:spPr>
          <a:xfrm flipH="1" flipV="1">
            <a:off x="2060847" y="2469212"/>
            <a:ext cx="0" cy="1801292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4" name="TextBox 73">
            <a:extLst>
              <a:ext uri="{FF2B5EF4-FFF2-40B4-BE49-F238E27FC236}">
                <a16:creationId xmlns:a16="http://schemas.microsoft.com/office/drawing/2014/main" id="{75F3DDEE-C66B-737B-F855-30E4950C7D39}"/>
              </a:ext>
            </a:extLst>
          </p:cNvPr>
          <p:cNvSpPr txBox="1"/>
          <p:nvPr/>
        </p:nvSpPr>
        <p:spPr>
          <a:xfrm rot="16200000">
            <a:off x="1208311" y="3284466"/>
            <a:ext cx="147829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GetReadVersionReqest</a:t>
            </a:r>
            <a:endParaRPr lang="en-US" sz="1000" dirty="0"/>
          </a:p>
        </p:txBody>
      </p:sp>
      <p:sp>
        <p:nvSpPr>
          <p:cNvPr id="110" name="TextBox 109">
            <a:extLst>
              <a:ext uri="{FF2B5EF4-FFF2-40B4-BE49-F238E27FC236}">
                <a16:creationId xmlns:a16="http://schemas.microsoft.com/office/drawing/2014/main" id="{7774D5D2-C6F5-4F1E-EDA1-F7FEB161AB7D}"/>
              </a:ext>
            </a:extLst>
          </p:cNvPr>
          <p:cNvSpPr txBox="1"/>
          <p:nvPr/>
        </p:nvSpPr>
        <p:spPr>
          <a:xfrm rot="16200000">
            <a:off x="1540563" y="847588"/>
            <a:ext cx="749091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/>
              <a:t>Master</a:t>
            </a:r>
            <a:endParaRPr lang="en-US" sz="1100" dirty="0">
              <a:solidFill>
                <a:schemeClr val="tx1"/>
              </a:solidFill>
            </a:endParaRPr>
          </a:p>
        </p:txBody>
      </p:sp>
      <p:sp>
        <p:nvSpPr>
          <p:cNvPr id="111" name="Rectangle: Rounded Corners 110">
            <a:extLst>
              <a:ext uri="{FF2B5EF4-FFF2-40B4-BE49-F238E27FC236}">
                <a16:creationId xmlns:a16="http://schemas.microsoft.com/office/drawing/2014/main" id="{5CCC4406-D9D0-5FDD-2CF4-8377FD9A298E}"/>
              </a:ext>
            </a:extLst>
          </p:cNvPr>
          <p:cNvSpPr/>
          <p:nvPr/>
        </p:nvSpPr>
        <p:spPr>
          <a:xfrm>
            <a:off x="2049272" y="707835"/>
            <a:ext cx="4903356" cy="5535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1" name="TextBox 80">
            <a:extLst>
              <a:ext uri="{FF2B5EF4-FFF2-40B4-BE49-F238E27FC236}">
                <a16:creationId xmlns:a16="http://schemas.microsoft.com/office/drawing/2014/main" id="{E07B0384-3E15-5279-EB80-422817555936}"/>
              </a:ext>
            </a:extLst>
          </p:cNvPr>
          <p:cNvSpPr txBox="1"/>
          <p:nvPr/>
        </p:nvSpPr>
        <p:spPr>
          <a:xfrm>
            <a:off x="623484" y="4331222"/>
            <a:ext cx="819455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/>
              <a:t>Client App</a:t>
            </a:r>
          </a:p>
        </p:txBody>
      </p:sp>
      <p:cxnSp>
        <p:nvCxnSpPr>
          <p:cNvPr id="100" name="Straight Arrow Connector 99">
            <a:extLst>
              <a:ext uri="{FF2B5EF4-FFF2-40B4-BE49-F238E27FC236}">
                <a16:creationId xmlns:a16="http://schemas.microsoft.com/office/drawing/2014/main" id="{4FDBD8C8-BCCF-6C8E-3BF3-1DA39A168B92}"/>
              </a:ext>
            </a:extLst>
          </p:cNvPr>
          <p:cNvCxnSpPr>
            <a:cxnSpLocks/>
          </p:cNvCxnSpPr>
          <p:nvPr/>
        </p:nvCxnSpPr>
        <p:spPr>
          <a:xfrm>
            <a:off x="3902736" y="4270504"/>
            <a:ext cx="0" cy="1172313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8" name="TextBox 207">
            <a:extLst>
              <a:ext uri="{FF2B5EF4-FFF2-40B4-BE49-F238E27FC236}">
                <a16:creationId xmlns:a16="http://schemas.microsoft.com/office/drawing/2014/main" id="{3FAC8709-314F-E312-7D5A-0B71DC5E8081}"/>
              </a:ext>
            </a:extLst>
          </p:cNvPr>
          <p:cNvSpPr txBox="1"/>
          <p:nvPr/>
        </p:nvSpPr>
        <p:spPr>
          <a:xfrm rot="16200000">
            <a:off x="3151991" y="4618886"/>
            <a:ext cx="1120820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dirty="0" err="1"/>
              <a:t>GetValue</a:t>
            </a:r>
            <a:endParaRPr lang="es-ES" sz="1000" dirty="0"/>
          </a:p>
          <a:p>
            <a:pPr algn="ctr"/>
            <a:r>
              <a:rPr lang="es-ES" sz="1000" dirty="0" err="1"/>
              <a:t>Request</a:t>
            </a:r>
            <a:r>
              <a:rPr lang="es-ES" sz="1000" dirty="0"/>
              <a:t>(</a:t>
            </a:r>
            <a:r>
              <a:rPr lang="es-ES" sz="1000" dirty="0" err="1"/>
              <a:t>key</a:t>
            </a:r>
            <a:r>
              <a:rPr lang="es-ES" sz="1000" dirty="0"/>
              <a:t>, RV)</a:t>
            </a:r>
            <a:endParaRPr lang="en-US" sz="1000" dirty="0"/>
          </a:p>
        </p:txBody>
      </p:sp>
      <p:cxnSp>
        <p:nvCxnSpPr>
          <p:cNvPr id="233" name="Straight Connector 232">
            <a:extLst>
              <a:ext uri="{FF2B5EF4-FFF2-40B4-BE49-F238E27FC236}">
                <a16:creationId xmlns:a16="http://schemas.microsoft.com/office/drawing/2014/main" id="{88531F5D-233A-6F00-3E8D-8789BBB0D250}"/>
              </a:ext>
            </a:extLst>
          </p:cNvPr>
          <p:cNvCxnSpPr>
            <a:cxnSpLocks/>
          </p:cNvCxnSpPr>
          <p:nvPr/>
        </p:nvCxnSpPr>
        <p:spPr>
          <a:xfrm>
            <a:off x="1503928" y="4270504"/>
            <a:ext cx="10043561" cy="0"/>
          </a:xfrm>
          <a:prstGeom prst="line">
            <a:avLst/>
          </a:prstGeom>
          <a:ln cmpd="sng">
            <a:prstDash val="lgDash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" name="Title 1">
            <a:extLst>
              <a:ext uri="{FF2B5EF4-FFF2-40B4-BE49-F238E27FC236}">
                <a16:creationId xmlns:a16="http://schemas.microsoft.com/office/drawing/2014/main" id="{11BC01D3-0BC2-6CA6-5C13-5EF59DD82A4F}"/>
              </a:ext>
            </a:extLst>
          </p:cNvPr>
          <p:cNvSpPr txBox="1">
            <a:spLocks/>
          </p:cNvSpPr>
          <p:nvPr/>
        </p:nvSpPr>
        <p:spPr>
          <a:xfrm>
            <a:off x="496309" y="88564"/>
            <a:ext cx="7011519" cy="518160"/>
          </a:xfrm>
          <a:prstGeom prst="rect">
            <a:avLst/>
          </a:prstGeom>
        </p:spPr>
        <p:txBody>
          <a:bodyPr/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en-US" sz="2800" dirty="0" err="1"/>
              <a:t>FoundationDB</a:t>
            </a:r>
            <a:r>
              <a:rPr lang="en-US" sz="2800" dirty="0"/>
              <a:t> Transaction Lifecycle</a:t>
            </a:r>
          </a:p>
        </p:txBody>
      </p:sp>
      <p:sp>
        <p:nvSpPr>
          <p:cNvPr id="12" name="TextBox 11">
            <a:extLst>
              <a:ext uri="{FF2B5EF4-FFF2-40B4-BE49-F238E27FC236}">
                <a16:creationId xmlns:a16="http://schemas.microsoft.com/office/drawing/2014/main" id="{78CE41F1-8D34-3D43-951D-F4C8D405C13C}"/>
              </a:ext>
            </a:extLst>
          </p:cNvPr>
          <p:cNvSpPr txBox="1"/>
          <p:nvPr/>
        </p:nvSpPr>
        <p:spPr>
          <a:xfrm>
            <a:off x="1783249" y="6116012"/>
            <a:ext cx="68249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sz="1400" dirty="0"/>
              <a:t>Status</a:t>
            </a:r>
          </a:p>
        </p:txBody>
      </p:sp>
      <p:sp>
        <p:nvSpPr>
          <p:cNvPr id="64" name="TextBox 63">
            <a:extLst>
              <a:ext uri="{FF2B5EF4-FFF2-40B4-BE49-F238E27FC236}">
                <a16:creationId xmlns:a16="http://schemas.microsoft.com/office/drawing/2014/main" id="{C5D39C7E-B01A-0842-615E-757E089BE79C}"/>
              </a:ext>
            </a:extLst>
          </p:cNvPr>
          <p:cNvSpPr txBox="1"/>
          <p:nvPr/>
        </p:nvSpPr>
        <p:spPr>
          <a:xfrm rot="16200000">
            <a:off x="1137616" y="2117670"/>
            <a:ext cx="821709" cy="2616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GRV Proxy</a:t>
            </a:r>
          </a:p>
        </p:txBody>
      </p:sp>
      <p:sp>
        <p:nvSpPr>
          <p:cNvPr id="68" name="Rectangle: Rounded Corners 67">
            <a:extLst>
              <a:ext uri="{FF2B5EF4-FFF2-40B4-BE49-F238E27FC236}">
                <a16:creationId xmlns:a16="http://schemas.microsoft.com/office/drawing/2014/main" id="{F2F796E2-6714-0647-A0D2-387190F08A3B}"/>
              </a:ext>
            </a:extLst>
          </p:cNvPr>
          <p:cNvSpPr/>
          <p:nvPr/>
        </p:nvSpPr>
        <p:spPr>
          <a:xfrm>
            <a:off x="1683665" y="1915709"/>
            <a:ext cx="1325817" cy="5535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pic>
        <p:nvPicPr>
          <p:cNvPr id="7" name="Graphic 6">
            <a:extLst>
              <a:ext uri="{FF2B5EF4-FFF2-40B4-BE49-F238E27FC236}">
                <a16:creationId xmlns:a16="http://schemas.microsoft.com/office/drawing/2014/main" id="{688D8E48-EAB2-9906-45FC-D7AC5A9772AC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3"/>
              </a:ext>
            </a:extLst>
          </a:blip>
          <a:stretch>
            <a:fillRect/>
          </a:stretch>
        </p:blipFill>
        <p:spPr>
          <a:xfrm>
            <a:off x="2071044" y="1954986"/>
            <a:ext cx="551059" cy="454428"/>
          </a:xfrm>
          <a:prstGeom prst="rect">
            <a:avLst/>
          </a:prstGeom>
        </p:spPr>
      </p:pic>
      <p:sp>
        <p:nvSpPr>
          <p:cNvPr id="9" name="Rectangle: Rounded Corners 8">
            <a:extLst>
              <a:ext uri="{FF2B5EF4-FFF2-40B4-BE49-F238E27FC236}">
                <a16:creationId xmlns:a16="http://schemas.microsoft.com/office/drawing/2014/main" id="{B286D50D-D29F-1531-379A-AB8B390C3066}"/>
              </a:ext>
            </a:extLst>
          </p:cNvPr>
          <p:cNvSpPr/>
          <p:nvPr/>
        </p:nvSpPr>
        <p:spPr>
          <a:xfrm>
            <a:off x="2871598" y="5442817"/>
            <a:ext cx="8497619" cy="475788"/>
          </a:xfrm>
          <a:prstGeom prst="roundRect">
            <a:avLst/>
          </a:prstGeom>
          <a:solidFill>
            <a:schemeClr val="bg1"/>
          </a:solidFill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8" name="TextBox 97">
            <a:extLst>
              <a:ext uri="{FF2B5EF4-FFF2-40B4-BE49-F238E27FC236}">
                <a16:creationId xmlns:a16="http://schemas.microsoft.com/office/drawing/2014/main" id="{85286F24-3A40-8F19-239A-C97900021BBE}"/>
              </a:ext>
            </a:extLst>
          </p:cNvPr>
          <p:cNvSpPr txBox="1"/>
          <p:nvPr/>
        </p:nvSpPr>
        <p:spPr>
          <a:xfrm rot="16200000">
            <a:off x="2217319" y="5465267"/>
            <a:ext cx="812688" cy="43088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Storage Servers</a:t>
            </a:r>
          </a:p>
        </p:txBody>
      </p:sp>
      <p:grpSp>
        <p:nvGrpSpPr>
          <p:cNvPr id="428" name="Group 427">
            <a:extLst>
              <a:ext uri="{FF2B5EF4-FFF2-40B4-BE49-F238E27FC236}">
                <a16:creationId xmlns:a16="http://schemas.microsoft.com/office/drawing/2014/main" id="{46F8F3AB-46A0-BAC9-265A-C08DBF41AF14}"/>
              </a:ext>
            </a:extLst>
          </p:cNvPr>
          <p:cNvGrpSpPr/>
          <p:nvPr/>
        </p:nvGrpSpPr>
        <p:grpSpPr>
          <a:xfrm>
            <a:off x="6383311" y="5516946"/>
            <a:ext cx="1474192" cy="327531"/>
            <a:chOff x="5505652" y="5516946"/>
            <a:chExt cx="1474192" cy="327531"/>
          </a:xfrm>
        </p:grpSpPr>
        <p:pic>
          <p:nvPicPr>
            <p:cNvPr id="46" name="Graphic 45">
              <a:extLst>
                <a:ext uri="{FF2B5EF4-FFF2-40B4-BE49-F238E27FC236}">
                  <a16:creationId xmlns:a16="http://schemas.microsoft.com/office/drawing/2014/main" id="{CDF1AC18-A4A6-E429-9E27-89A3C68831C7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5505652" y="5516946"/>
              <a:ext cx="247193" cy="327531"/>
            </a:xfrm>
            <a:prstGeom prst="rect">
              <a:avLst/>
            </a:prstGeom>
          </p:spPr>
        </p:pic>
        <p:pic>
          <p:nvPicPr>
            <p:cNvPr id="50" name="Graphic 49">
              <a:extLst>
                <a:ext uri="{FF2B5EF4-FFF2-40B4-BE49-F238E27FC236}">
                  <a16:creationId xmlns:a16="http://schemas.microsoft.com/office/drawing/2014/main" id="{71020572-B6B0-044B-1D85-37B715A70606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119152" y="5516946"/>
              <a:ext cx="247193" cy="327531"/>
            </a:xfrm>
            <a:prstGeom prst="rect">
              <a:avLst/>
            </a:prstGeom>
          </p:spPr>
        </p:pic>
        <p:pic>
          <p:nvPicPr>
            <p:cNvPr id="65" name="Graphic 64">
              <a:extLst>
                <a:ext uri="{FF2B5EF4-FFF2-40B4-BE49-F238E27FC236}">
                  <a16:creationId xmlns:a16="http://schemas.microsoft.com/office/drawing/2014/main" id="{9E42C629-0AD7-643E-5625-FE91E6427F5F}"/>
                </a:ext>
              </a:extLst>
            </p:cNvPr>
            <p:cNvPicPr>
              <a:picLocks noChangeAspect="1"/>
            </p:cNvPicPr>
            <p:nvPr/>
          </p:nvPicPr>
          <p:blipFill>
            <a:blip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/>
            </a:stretch>
          </p:blipFill>
          <p:spPr>
            <a:xfrm>
              <a:off x="6732651" y="5516946"/>
              <a:ext cx="247193" cy="327531"/>
            </a:xfrm>
            <a:prstGeom prst="rect">
              <a:avLst/>
            </a:prstGeom>
          </p:spPr>
        </p:pic>
      </p:grpSp>
      <p:pic>
        <p:nvPicPr>
          <p:cNvPr id="95" name="Graphic 94">
            <a:extLst>
              <a:ext uri="{FF2B5EF4-FFF2-40B4-BE49-F238E27FC236}">
                <a16:creationId xmlns:a16="http://schemas.microsoft.com/office/drawing/2014/main" id="{C51D144B-0202-A9ED-143E-C45C9FDD276B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5"/>
              </a:ext>
            </a:extLst>
          </a:blip>
          <a:stretch>
            <a:fillRect/>
          </a:stretch>
        </p:blipFill>
        <p:spPr>
          <a:xfrm>
            <a:off x="7583646" y="1785652"/>
            <a:ext cx="513041" cy="473033"/>
          </a:xfrm>
          <a:prstGeom prst="rect">
            <a:avLst/>
          </a:prstGeom>
        </p:spPr>
      </p:pic>
      <p:sp>
        <p:nvSpPr>
          <p:cNvPr id="102" name="Rectangle: Rounded Corners 101">
            <a:extLst>
              <a:ext uri="{FF2B5EF4-FFF2-40B4-BE49-F238E27FC236}">
                <a16:creationId xmlns:a16="http://schemas.microsoft.com/office/drawing/2014/main" id="{66120008-DD13-BCC3-1EE5-C4C6F8E73E8E}"/>
              </a:ext>
            </a:extLst>
          </p:cNvPr>
          <p:cNvSpPr/>
          <p:nvPr/>
        </p:nvSpPr>
        <p:spPr>
          <a:xfrm>
            <a:off x="5048262" y="1770711"/>
            <a:ext cx="5583809" cy="553503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6" name="TextBox 105">
            <a:extLst>
              <a:ext uri="{FF2B5EF4-FFF2-40B4-BE49-F238E27FC236}">
                <a16:creationId xmlns:a16="http://schemas.microsoft.com/office/drawing/2014/main" id="{39DADFD4-E071-7774-AE39-B3A0EAF6F35E}"/>
              </a:ext>
            </a:extLst>
          </p:cNvPr>
          <p:cNvSpPr txBox="1"/>
          <p:nvPr/>
        </p:nvSpPr>
        <p:spPr>
          <a:xfrm rot="16200000">
            <a:off x="4438339" y="1847795"/>
            <a:ext cx="753996" cy="430887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n-US" sz="1100" dirty="0">
                <a:solidFill>
                  <a:schemeClr val="tx1"/>
                </a:solidFill>
              </a:rPr>
              <a:t>Commit </a:t>
            </a:r>
          </a:p>
          <a:p>
            <a:pPr algn="ctr"/>
            <a:r>
              <a:rPr lang="en-US" sz="1100" dirty="0">
                <a:solidFill>
                  <a:schemeClr val="tx1"/>
                </a:solidFill>
              </a:rPr>
              <a:t>Proxy</a:t>
            </a:r>
          </a:p>
        </p:txBody>
      </p:sp>
      <p:cxnSp>
        <p:nvCxnSpPr>
          <p:cNvPr id="108" name="Straight Arrow Connector 107">
            <a:extLst>
              <a:ext uri="{FF2B5EF4-FFF2-40B4-BE49-F238E27FC236}">
                <a16:creationId xmlns:a16="http://schemas.microsoft.com/office/drawing/2014/main" id="{40E888C6-FC8B-CC17-013B-AD37BE42B488}"/>
              </a:ext>
            </a:extLst>
          </p:cNvPr>
          <p:cNvCxnSpPr>
            <a:cxnSpLocks/>
          </p:cNvCxnSpPr>
          <p:nvPr/>
        </p:nvCxnSpPr>
        <p:spPr>
          <a:xfrm flipV="1">
            <a:off x="5245064" y="2324214"/>
            <a:ext cx="0" cy="1946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2" name="TextBox 111">
            <a:extLst>
              <a:ext uri="{FF2B5EF4-FFF2-40B4-BE49-F238E27FC236}">
                <a16:creationId xmlns:a16="http://schemas.microsoft.com/office/drawing/2014/main" id="{70D1FB3F-B758-2B69-AE4E-FF2C31001BE0}"/>
              </a:ext>
            </a:extLst>
          </p:cNvPr>
          <p:cNvSpPr txBox="1"/>
          <p:nvPr/>
        </p:nvSpPr>
        <p:spPr>
          <a:xfrm rot="16200000">
            <a:off x="4491113" y="3211967"/>
            <a:ext cx="1281120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CommitTxnRequest</a:t>
            </a:r>
            <a:endParaRPr lang="en-US" sz="1000" dirty="0"/>
          </a:p>
        </p:txBody>
      </p:sp>
      <p:cxnSp>
        <p:nvCxnSpPr>
          <p:cNvPr id="114" name="Straight Arrow Connector 113">
            <a:extLst>
              <a:ext uri="{FF2B5EF4-FFF2-40B4-BE49-F238E27FC236}">
                <a16:creationId xmlns:a16="http://schemas.microsoft.com/office/drawing/2014/main" id="{37D1890F-6AEB-CD2D-7953-A803A946F341}"/>
              </a:ext>
            </a:extLst>
          </p:cNvPr>
          <p:cNvCxnSpPr>
            <a:cxnSpLocks/>
          </p:cNvCxnSpPr>
          <p:nvPr/>
        </p:nvCxnSpPr>
        <p:spPr>
          <a:xfrm flipV="1">
            <a:off x="5576020" y="1261338"/>
            <a:ext cx="0" cy="509373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7" name="Straight Arrow Connector 116">
            <a:extLst>
              <a:ext uri="{FF2B5EF4-FFF2-40B4-BE49-F238E27FC236}">
                <a16:creationId xmlns:a16="http://schemas.microsoft.com/office/drawing/2014/main" id="{7A64ADF5-82D4-4DA9-466C-21E3887579B8}"/>
              </a:ext>
            </a:extLst>
          </p:cNvPr>
          <p:cNvCxnSpPr>
            <a:cxnSpLocks/>
          </p:cNvCxnSpPr>
          <p:nvPr/>
        </p:nvCxnSpPr>
        <p:spPr>
          <a:xfrm flipH="1">
            <a:off x="7318478" y="2324214"/>
            <a:ext cx="0" cy="1277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0" name="Straight Arrow Connector 119">
            <a:extLst>
              <a:ext uri="{FF2B5EF4-FFF2-40B4-BE49-F238E27FC236}">
                <a16:creationId xmlns:a16="http://schemas.microsoft.com/office/drawing/2014/main" id="{A52DCDBD-D415-A642-3C55-C9DE82A45179}"/>
              </a:ext>
            </a:extLst>
          </p:cNvPr>
          <p:cNvCxnSpPr>
            <a:cxnSpLocks/>
          </p:cNvCxnSpPr>
          <p:nvPr/>
        </p:nvCxnSpPr>
        <p:spPr>
          <a:xfrm>
            <a:off x="9042948" y="2324214"/>
            <a:ext cx="0" cy="1277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6" name="Straight Arrow Connector 135">
            <a:extLst>
              <a:ext uri="{FF2B5EF4-FFF2-40B4-BE49-F238E27FC236}">
                <a16:creationId xmlns:a16="http://schemas.microsoft.com/office/drawing/2014/main" id="{A38BD362-07BE-8F47-FB70-4B4BB2477D60}"/>
              </a:ext>
            </a:extLst>
          </p:cNvPr>
          <p:cNvCxnSpPr>
            <a:cxnSpLocks/>
          </p:cNvCxnSpPr>
          <p:nvPr/>
        </p:nvCxnSpPr>
        <p:spPr>
          <a:xfrm>
            <a:off x="10026843" y="4077292"/>
            <a:ext cx="0" cy="136552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40" name="TextBox 139">
            <a:extLst>
              <a:ext uri="{FF2B5EF4-FFF2-40B4-BE49-F238E27FC236}">
                <a16:creationId xmlns:a16="http://schemas.microsoft.com/office/drawing/2014/main" id="{4E8E717B-617D-ABC2-5DD0-B12910D20F69}"/>
              </a:ext>
            </a:extLst>
          </p:cNvPr>
          <p:cNvSpPr txBox="1"/>
          <p:nvPr/>
        </p:nvSpPr>
        <p:spPr>
          <a:xfrm>
            <a:off x="3917529" y="1392914"/>
            <a:ext cx="1713931" cy="246221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r"/>
            <a:r>
              <a:rPr lang="en-US" sz="1000" dirty="0" err="1"/>
              <a:t>GetCommitVersionRequest</a:t>
            </a:r>
            <a:endParaRPr lang="en-US" sz="1000" dirty="0"/>
          </a:p>
        </p:txBody>
      </p:sp>
      <p:cxnSp>
        <p:nvCxnSpPr>
          <p:cNvPr id="141" name="Straight Arrow Connector 140">
            <a:extLst>
              <a:ext uri="{FF2B5EF4-FFF2-40B4-BE49-F238E27FC236}">
                <a16:creationId xmlns:a16="http://schemas.microsoft.com/office/drawing/2014/main" id="{6DC0EFF4-8F3F-E07B-988F-B96A839F1DF3}"/>
              </a:ext>
            </a:extLst>
          </p:cNvPr>
          <p:cNvCxnSpPr>
            <a:cxnSpLocks/>
          </p:cNvCxnSpPr>
          <p:nvPr/>
        </p:nvCxnSpPr>
        <p:spPr>
          <a:xfrm>
            <a:off x="6609101" y="1261338"/>
            <a:ext cx="0" cy="509373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6" name="Straight Arrow Connector 145">
            <a:extLst>
              <a:ext uri="{FF2B5EF4-FFF2-40B4-BE49-F238E27FC236}">
                <a16:creationId xmlns:a16="http://schemas.microsoft.com/office/drawing/2014/main" id="{215D2D6D-325C-949C-A5E4-7D51E32AF6CB}"/>
              </a:ext>
            </a:extLst>
          </p:cNvPr>
          <p:cNvCxnSpPr>
            <a:cxnSpLocks/>
          </p:cNvCxnSpPr>
          <p:nvPr/>
        </p:nvCxnSpPr>
        <p:spPr>
          <a:xfrm flipV="1">
            <a:off x="7913067" y="2324214"/>
            <a:ext cx="0" cy="1277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3" name="Straight Arrow Connector 152">
            <a:extLst>
              <a:ext uri="{FF2B5EF4-FFF2-40B4-BE49-F238E27FC236}">
                <a16:creationId xmlns:a16="http://schemas.microsoft.com/office/drawing/2014/main" id="{A8DD0118-825B-B72B-1FED-FC98A7C78DE7}"/>
              </a:ext>
            </a:extLst>
          </p:cNvPr>
          <p:cNvCxnSpPr>
            <a:cxnSpLocks/>
          </p:cNvCxnSpPr>
          <p:nvPr/>
        </p:nvCxnSpPr>
        <p:spPr>
          <a:xfrm flipV="1">
            <a:off x="9266263" y="2324214"/>
            <a:ext cx="0" cy="1277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8" name="Straight Arrow Connector 157">
            <a:extLst>
              <a:ext uri="{FF2B5EF4-FFF2-40B4-BE49-F238E27FC236}">
                <a16:creationId xmlns:a16="http://schemas.microsoft.com/office/drawing/2014/main" id="{B22E1F44-A99E-6608-E4E3-2C2BB5048576}"/>
              </a:ext>
            </a:extLst>
          </p:cNvPr>
          <p:cNvCxnSpPr>
            <a:cxnSpLocks/>
          </p:cNvCxnSpPr>
          <p:nvPr/>
        </p:nvCxnSpPr>
        <p:spPr>
          <a:xfrm flipH="1" flipV="1">
            <a:off x="9831568" y="4077292"/>
            <a:ext cx="0" cy="1365525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5" name="Straight Arrow Connector 164">
            <a:extLst>
              <a:ext uri="{FF2B5EF4-FFF2-40B4-BE49-F238E27FC236}">
                <a16:creationId xmlns:a16="http://schemas.microsoft.com/office/drawing/2014/main" id="{4296E1F8-4B1B-9FD2-2874-BC4694009567}"/>
              </a:ext>
            </a:extLst>
          </p:cNvPr>
          <p:cNvCxnSpPr>
            <a:cxnSpLocks/>
          </p:cNvCxnSpPr>
          <p:nvPr/>
        </p:nvCxnSpPr>
        <p:spPr>
          <a:xfrm flipV="1">
            <a:off x="4144416" y="4270504"/>
            <a:ext cx="0" cy="1172313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91" name="Straight Arrow Connector 190">
            <a:extLst>
              <a:ext uri="{FF2B5EF4-FFF2-40B4-BE49-F238E27FC236}">
                <a16:creationId xmlns:a16="http://schemas.microsoft.com/office/drawing/2014/main" id="{6E0D25A6-9E2A-3A56-95B7-195B02408058}"/>
              </a:ext>
            </a:extLst>
          </p:cNvPr>
          <p:cNvCxnSpPr>
            <a:cxnSpLocks/>
          </p:cNvCxnSpPr>
          <p:nvPr/>
        </p:nvCxnSpPr>
        <p:spPr>
          <a:xfrm flipH="1">
            <a:off x="9698029" y="2324214"/>
            <a:ext cx="0" cy="1946290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05" name="TextBox 204">
            <a:extLst>
              <a:ext uri="{FF2B5EF4-FFF2-40B4-BE49-F238E27FC236}">
                <a16:creationId xmlns:a16="http://schemas.microsoft.com/office/drawing/2014/main" id="{7372F135-033E-2DEC-022E-F1FC8A408AD4}"/>
              </a:ext>
            </a:extLst>
          </p:cNvPr>
          <p:cNvSpPr txBox="1"/>
          <p:nvPr/>
        </p:nvSpPr>
        <p:spPr>
          <a:xfrm rot="5400000">
            <a:off x="9372036" y="2725085"/>
            <a:ext cx="1032655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000" dirty="0" err="1"/>
              <a:t>CommitID</a:t>
            </a:r>
            <a:r>
              <a:rPr lang="en-US" sz="1000" dirty="0"/>
              <a:t> </a:t>
            </a:r>
          </a:p>
          <a:p>
            <a:pPr algn="ctr"/>
            <a:r>
              <a:rPr lang="en-US" sz="1000" dirty="0"/>
              <a:t>(commit result)</a:t>
            </a:r>
          </a:p>
        </p:txBody>
      </p:sp>
      <p:sp>
        <p:nvSpPr>
          <p:cNvPr id="213" name="TextBox 212">
            <a:extLst>
              <a:ext uri="{FF2B5EF4-FFF2-40B4-BE49-F238E27FC236}">
                <a16:creationId xmlns:a16="http://schemas.microsoft.com/office/drawing/2014/main" id="{41AC6227-6DE1-2042-350D-F2650EA058B9}"/>
              </a:ext>
            </a:extLst>
          </p:cNvPr>
          <p:cNvSpPr txBox="1"/>
          <p:nvPr/>
        </p:nvSpPr>
        <p:spPr>
          <a:xfrm>
            <a:off x="6553661" y="1392914"/>
            <a:ext cx="1922491" cy="246221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lang="en-US" sz="1000" dirty="0" err="1"/>
              <a:t>GetCommitVersionReply</a:t>
            </a:r>
            <a:endParaRPr lang="en-US" sz="1000" dirty="0"/>
          </a:p>
        </p:txBody>
      </p:sp>
      <p:cxnSp>
        <p:nvCxnSpPr>
          <p:cNvPr id="238" name="Straight Arrow Connector 237">
            <a:extLst>
              <a:ext uri="{FF2B5EF4-FFF2-40B4-BE49-F238E27FC236}">
                <a16:creationId xmlns:a16="http://schemas.microsoft.com/office/drawing/2014/main" id="{B9190A0A-74C3-A9E8-D882-D134A195DAEB}"/>
              </a:ext>
            </a:extLst>
          </p:cNvPr>
          <p:cNvCxnSpPr>
            <a:cxnSpLocks/>
          </p:cNvCxnSpPr>
          <p:nvPr/>
        </p:nvCxnSpPr>
        <p:spPr>
          <a:xfrm flipV="1">
            <a:off x="2159025" y="1261338"/>
            <a:ext cx="0" cy="654371"/>
          </a:xfrm>
          <a:prstGeom prst="straightConnector1">
            <a:avLst/>
          </a:prstGeom>
          <a:ln>
            <a:tailEnd type="stealth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243" name="Straight Arrow Connector 242">
            <a:extLst>
              <a:ext uri="{FF2B5EF4-FFF2-40B4-BE49-F238E27FC236}">
                <a16:creationId xmlns:a16="http://schemas.microsoft.com/office/drawing/2014/main" id="{181187E8-FF68-0633-3A1B-769EE44D0664}"/>
              </a:ext>
            </a:extLst>
          </p:cNvPr>
          <p:cNvCxnSpPr>
            <a:cxnSpLocks/>
          </p:cNvCxnSpPr>
          <p:nvPr/>
        </p:nvCxnSpPr>
        <p:spPr>
          <a:xfrm flipV="1">
            <a:off x="2644106" y="1261338"/>
            <a:ext cx="0" cy="654371"/>
          </a:xfrm>
          <a:prstGeom prst="straightConnector1">
            <a:avLst/>
          </a:prstGeom>
          <a:ln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264" name="TextBox 263">
            <a:extLst>
              <a:ext uri="{FF2B5EF4-FFF2-40B4-BE49-F238E27FC236}">
                <a16:creationId xmlns:a16="http://schemas.microsoft.com/office/drawing/2014/main" id="{9251E193-3AEB-4780-A047-0F991FC7A8D1}"/>
              </a:ext>
            </a:extLst>
          </p:cNvPr>
          <p:cNvSpPr txBox="1"/>
          <p:nvPr/>
        </p:nvSpPr>
        <p:spPr>
          <a:xfrm>
            <a:off x="2588666" y="1388468"/>
            <a:ext cx="1274339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l"/>
            <a:r>
              <a:rPr lang="en-US" sz="1000" dirty="0" err="1"/>
              <a:t>GetRawCommittedVersionReply</a:t>
            </a:r>
            <a:endParaRPr lang="en-US" sz="1000" dirty="0"/>
          </a:p>
        </p:txBody>
      </p:sp>
      <p:sp>
        <p:nvSpPr>
          <p:cNvPr id="266" name="TextBox 265">
            <a:extLst>
              <a:ext uri="{FF2B5EF4-FFF2-40B4-BE49-F238E27FC236}">
                <a16:creationId xmlns:a16="http://schemas.microsoft.com/office/drawing/2014/main" id="{9131C988-F571-7CBC-DCF7-56855CD923C8}"/>
              </a:ext>
            </a:extLst>
          </p:cNvPr>
          <p:cNvSpPr txBox="1"/>
          <p:nvPr/>
        </p:nvSpPr>
        <p:spPr>
          <a:xfrm>
            <a:off x="496309" y="1388468"/>
            <a:ext cx="1718156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r"/>
            <a:r>
              <a:rPr lang="es-ES" sz="1000" dirty="0" err="1"/>
              <a:t>GetRawCommittedVersionRequest</a:t>
            </a:r>
            <a:endParaRPr lang="en-US" sz="1000" dirty="0"/>
          </a:p>
        </p:txBody>
      </p:sp>
      <p:pic>
        <p:nvPicPr>
          <p:cNvPr id="268" name="Graphic 267">
            <a:extLst>
              <a:ext uri="{FF2B5EF4-FFF2-40B4-BE49-F238E27FC236}">
                <a16:creationId xmlns:a16="http://schemas.microsoft.com/office/drawing/2014/main" id="{CFB8492C-5D87-866E-E4B9-7E5851696FD3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6"/>
              </a:ext>
            </a:extLst>
          </a:blip>
          <a:stretch>
            <a:fillRect/>
          </a:stretch>
        </p:blipFill>
        <p:spPr>
          <a:xfrm>
            <a:off x="664767" y="3685276"/>
            <a:ext cx="705027" cy="641296"/>
          </a:xfrm>
          <a:prstGeom prst="rect">
            <a:avLst/>
          </a:prstGeom>
        </p:spPr>
      </p:pic>
      <p:sp>
        <p:nvSpPr>
          <p:cNvPr id="316" name="TextBox 315">
            <a:extLst>
              <a:ext uri="{FF2B5EF4-FFF2-40B4-BE49-F238E27FC236}">
                <a16:creationId xmlns:a16="http://schemas.microsoft.com/office/drawing/2014/main" id="{36B650BC-D516-946B-B53D-9F1A414F3E77}"/>
              </a:ext>
            </a:extLst>
          </p:cNvPr>
          <p:cNvSpPr txBox="1"/>
          <p:nvPr/>
        </p:nvSpPr>
        <p:spPr>
          <a:xfrm rot="-5400000">
            <a:off x="6440374" y="2725085"/>
            <a:ext cx="1375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dirty="0" err="1"/>
              <a:t>ResolveTransaction</a:t>
            </a:r>
            <a:endParaRPr lang="es-ES" sz="1000" dirty="0"/>
          </a:p>
          <a:p>
            <a:pPr algn="ctr"/>
            <a:r>
              <a:rPr lang="es-ES" sz="1000" dirty="0" err="1"/>
              <a:t>BatchRequest</a:t>
            </a:r>
            <a:endParaRPr lang="en-US" sz="1000" dirty="0"/>
          </a:p>
        </p:txBody>
      </p:sp>
      <p:sp>
        <p:nvSpPr>
          <p:cNvPr id="320" name="TextBox 319">
            <a:extLst>
              <a:ext uri="{FF2B5EF4-FFF2-40B4-BE49-F238E27FC236}">
                <a16:creationId xmlns:a16="http://schemas.microsoft.com/office/drawing/2014/main" id="{D8C4C54B-4F15-0E0A-D383-E2F53B85AFA9}"/>
              </a:ext>
            </a:extLst>
          </p:cNvPr>
          <p:cNvSpPr txBox="1"/>
          <p:nvPr/>
        </p:nvSpPr>
        <p:spPr>
          <a:xfrm rot="5400000">
            <a:off x="7415633" y="2800523"/>
            <a:ext cx="1375537" cy="40011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ctr"/>
            <a:r>
              <a:rPr lang="es-ES" sz="1000" dirty="0" err="1"/>
              <a:t>ResolveTransaction</a:t>
            </a:r>
            <a:endParaRPr lang="es-ES" sz="1000" dirty="0"/>
          </a:p>
          <a:p>
            <a:pPr algn="ctr"/>
            <a:r>
              <a:rPr lang="es-ES" sz="1000" dirty="0" err="1"/>
              <a:t>BatchReply</a:t>
            </a:r>
            <a:endParaRPr lang="en-US" sz="1000" dirty="0"/>
          </a:p>
        </p:txBody>
      </p:sp>
      <p:sp>
        <p:nvSpPr>
          <p:cNvPr id="322" name="TextBox 321">
            <a:extLst>
              <a:ext uri="{FF2B5EF4-FFF2-40B4-BE49-F238E27FC236}">
                <a16:creationId xmlns:a16="http://schemas.microsoft.com/office/drawing/2014/main" id="{00815067-3002-B84D-B806-B731D9FBEDE8}"/>
              </a:ext>
            </a:extLst>
          </p:cNvPr>
          <p:cNvSpPr txBox="1"/>
          <p:nvPr/>
        </p:nvSpPr>
        <p:spPr>
          <a:xfrm rot="-5400000">
            <a:off x="8354560" y="2709696"/>
            <a:ext cx="965328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algn="ctr">
              <a:defRPr sz="1100"/>
            </a:lvl1pPr>
          </a:lstStyle>
          <a:p>
            <a:pPr algn="ctr"/>
            <a:r>
              <a:rPr lang="es-ES" dirty="0" err="1"/>
              <a:t>TLogCommit</a:t>
            </a:r>
            <a:endParaRPr lang="es-ES" dirty="0"/>
          </a:p>
          <a:p>
            <a:pPr algn="ctr"/>
            <a:r>
              <a:rPr lang="es-ES" dirty="0" err="1"/>
              <a:t>Request</a:t>
            </a:r>
            <a:endParaRPr lang="en-US" dirty="0"/>
          </a:p>
        </p:txBody>
      </p:sp>
      <p:sp>
        <p:nvSpPr>
          <p:cNvPr id="324" name="TextBox 323">
            <a:extLst>
              <a:ext uri="{FF2B5EF4-FFF2-40B4-BE49-F238E27FC236}">
                <a16:creationId xmlns:a16="http://schemas.microsoft.com/office/drawing/2014/main" id="{AC84EE5C-287B-6237-9075-993F204B55A3}"/>
              </a:ext>
            </a:extLst>
          </p:cNvPr>
          <p:cNvSpPr txBox="1"/>
          <p:nvPr/>
        </p:nvSpPr>
        <p:spPr>
          <a:xfrm rot="5400000">
            <a:off x="8805778" y="2785134"/>
            <a:ext cx="1332416" cy="43088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>
            <a:defPPr>
              <a:defRPr lang="es-ES"/>
            </a:defPPr>
            <a:lvl1pPr algn="ctr">
              <a:defRPr sz="1100"/>
            </a:lvl1pPr>
          </a:lstStyle>
          <a:p>
            <a:pPr algn="ctr"/>
            <a:r>
              <a:rPr lang="es-ES" dirty="0" err="1"/>
              <a:t>TLogCommitReply</a:t>
            </a:r>
            <a:r>
              <a:rPr lang="es-ES" dirty="0"/>
              <a:t> </a:t>
            </a:r>
          </a:p>
          <a:p>
            <a:pPr algn="ctr"/>
            <a:r>
              <a:rPr lang="es-ES" dirty="0"/>
              <a:t>(quorum)</a:t>
            </a:r>
            <a:endParaRPr lang="en-US" dirty="0"/>
          </a:p>
        </p:txBody>
      </p:sp>
      <p:sp>
        <p:nvSpPr>
          <p:cNvPr id="328" name="TextBox 327">
            <a:extLst>
              <a:ext uri="{FF2B5EF4-FFF2-40B4-BE49-F238E27FC236}">
                <a16:creationId xmlns:a16="http://schemas.microsoft.com/office/drawing/2014/main" id="{92654FE8-B59A-D702-68C7-E183EC8F1FDB}"/>
              </a:ext>
            </a:extLst>
          </p:cNvPr>
          <p:cNvSpPr txBox="1"/>
          <p:nvPr/>
        </p:nvSpPr>
        <p:spPr>
          <a:xfrm rot="-5400000">
            <a:off x="9047321" y="4733550"/>
            <a:ext cx="1341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/>
            </a:lvl1pPr>
          </a:lstStyle>
          <a:p>
            <a:pPr algn="ctr"/>
            <a:r>
              <a:rPr lang="es-ES" sz="1000" dirty="0" err="1"/>
              <a:t>TLogPeekRequest</a:t>
            </a:r>
            <a:endParaRPr lang="en-US" sz="1000" dirty="0"/>
          </a:p>
        </p:txBody>
      </p:sp>
      <p:sp>
        <p:nvSpPr>
          <p:cNvPr id="330" name="TextBox 329">
            <a:extLst>
              <a:ext uri="{FF2B5EF4-FFF2-40B4-BE49-F238E27FC236}">
                <a16:creationId xmlns:a16="http://schemas.microsoft.com/office/drawing/2014/main" id="{69B32F9A-E5F7-E9FF-A036-D13D1392E8D2}"/>
              </a:ext>
            </a:extLst>
          </p:cNvPr>
          <p:cNvSpPr txBox="1"/>
          <p:nvPr/>
        </p:nvSpPr>
        <p:spPr>
          <a:xfrm rot="5400000">
            <a:off x="9469377" y="4695831"/>
            <a:ext cx="1341712" cy="24622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 algn="ctr">
              <a:defRPr sz="1100"/>
            </a:lvl1pPr>
          </a:lstStyle>
          <a:p>
            <a:pPr algn="ctr"/>
            <a:r>
              <a:rPr lang="es-ES" sz="1000" dirty="0" err="1"/>
              <a:t>TLogPeekReply</a:t>
            </a:r>
            <a:endParaRPr lang="en-US" sz="1000" dirty="0"/>
          </a:p>
        </p:txBody>
      </p:sp>
      <p:sp>
        <p:nvSpPr>
          <p:cNvPr id="338" name="TextBox 337">
            <a:extLst>
              <a:ext uri="{FF2B5EF4-FFF2-40B4-BE49-F238E27FC236}">
                <a16:creationId xmlns:a16="http://schemas.microsoft.com/office/drawing/2014/main" id="{41C3E153-CFFE-5FC9-86D5-607334F25040}"/>
              </a:ext>
            </a:extLst>
          </p:cNvPr>
          <p:cNvSpPr txBox="1"/>
          <p:nvPr/>
        </p:nvSpPr>
        <p:spPr>
          <a:xfrm rot="5400000">
            <a:off x="3816820" y="4694324"/>
            <a:ext cx="1035861" cy="4001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s-ES" sz="1000" dirty="0" err="1"/>
              <a:t>GetValueReply</a:t>
            </a:r>
            <a:r>
              <a:rPr lang="es-ES" sz="1000" dirty="0"/>
              <a:t> </a:t>
            </a:r>
          </a:p>
          <a:p>
            <a:pPr algn="ctr"/>
            <a:r>
              <a:rPr lang="es-ES" sz="1000" dirty="0"/>
              <a:t>(</a:t>
            </a:r>
            <a:r>
              <a:rPr lang="es-ES" sz="1000" dirty="0" err="1"/>
              <a:t>value@RV</a:t>
            </a:r>
            <a:r>
              <a:rPr lang="es-ES" sz="1000" dirty="0"/>
              <a:t>)</a:t>
            </a:r>
            <a:endParaRPr lang="en-US" sz="1000" dirty="0"/>
          </a:p>
        </p:txBody>
      </p:sp>
      <p:sp>
        <p:nvSpPr>
          <p:cNvPr id="3" name="Freeform: Shape 2">
            <a:extLst>
              <a:ext uri="{FF2B5EF4-FFF2-40B4-BE49-F238E27FC236}">
                <a16:creationId xmlns:a16="http://schemas.microsoft.com/office/drawing/2014/main" id="{8F000F20-D20C-A2D9-77A3-13A636EED6CF}"/>
              </a:ext>
            </a:extLst>
          </p:cNvPr>
          <p:cNvSpPr/>
          <p:nvPr/>
        </p:nvSpPr>
        <p:spPr>
          <a:xfrm>
            <a:off x="2784711" y="6059473"/>
            <a:ext cx="2436486" cy="459577"/>
          </a:xfrm>
          <a:custGeom>
            <a:avLst/>
            <a:gdLst>
              <a:gd name="csX0" fmla="*/ 0 w 2436486"/>
              <a:gd name="csY0" fmla="*/ 0 h 459577"/>
              <a:gd name="csX1" fmla="*/ 2206697 w 2436486"/>
              <a:gd name="csY1" fmla="*/ 0 h 459577"/>
              <a:gd name="csX2" fmla="*/ 2436486 w 2436486"/>
              <a:gd name="csY2" fmla="*/ 229788 h 459577"/>
              <a:gd name="csX3" fmla="*/ 2206697 w 2436486"/>
              <a:gd name="csY3" fmla="*/ 459577 h 459577"/>
              <a:gd name="csX4" fmla="*/ 0 w 2436486"/>
              <a:gd name="csY4" fmla="*/ 459577 h 459577"/>
              <a:gd name="csX5" fmla="*/ 229789 w 2436486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2436486" h="459577">
                <a:moveTo>
                  <a:pt x="0" y="0"/>
                </a:moveTo>
                <a:lnTo>
                  <a:pt x="2206697" y="0"/>
                </a:lnTo>
                <a:lnTo>
                  <a:pt x="2436486" y="229788"/>
                </a:lnTo>
                <a:lnTo>
                  <a:pt x="2206697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213963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Active</a:t>
            </a:r>
          </a:p>
        </p:txBody>
      </p:sp>
      <p:sp>
        <p:nvSpPr>
          <p:cNvPr id="5" name="Freeform: Shape 4">
            <a:extLst>
              <a:ext uri="{FF2B5EF4-FFF2-40B4-BE49-F238E27FC236}">
                <a16:creationId xmlns:a16="http://schemas.microsoft.com/office/drawing/2014/main" id="{391006E2-2AE2-FA16-21C5-13C99171D3EF}"/>
              </a:ext>
            </a:extLst>
          </p:cNvPr>
          <p:cNvSpPr/>
          <p:nvPr/>
        </p:nvSpPr>
        <p:spPr>
          <a:xfrm>
            <a:off x="5106303" y="6059473"/>
            <a:ext cx="1479626" cy="459577"/>
          </a:xfrm>
          <a:custGeom>
            <a:avLst/>
            <a:gdLst>
              <a:gd name="csX0" fmla="*/ 0 w 1479626"/>
              <a:gd name="csY0" fmla="*/ 0 h 459577"/>
              <a:gd name="csX1" fmla="*/ 1249837 w 1479626"/>
              <a:gd name="csY1" fmla="*/ 0 h 459577"/>
              <a:gd name="csX2" fmla="*/ 1479626 w 1479626"/>
              <a:gd name="csY2" fmla="*/ 229788 h 459577"/>
              <a:gd name="csX3" fmla="*/ 1249837 w 1479626"/>
              <a:gd name="csY3" fmla="*/ 459577 h 459577"/>
              <a:gd name="csX4" fmla="*/ 0 w 1479626"/>
              <a:gd name="csY4" fmla="*/ 459577 h 459577"/>
              <a:gd name="csX5" fmla="*/ 229789 w 1479626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1479626" h="459577">
                <a:moveTo>
                  <a:pt x="0" y="0"/>
                </a:moveTo>
                <a:lnTo>
                  <a:pt x="1249837" y="0"/>
                </a:lnTo>
                <a:lnTo>
                  <a:pt x="1479626" y="229788"/>
                </a:lnTo>
                <a:lnTo>
                  <a:pt x="1249837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E47937"/>
          </a:solidFill>
          <a:ln>
            <a:noFill/>
          </a:ln>
        </p:spPr>
        <p:style>
          <a:lnRef idx="2">
            <a:scrgbClr r="0" g="0" b="0"/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schemeClr val="bg1"/>
                </a:solidFill>
                <a:latin typeface="+mn-lt"/>
                <a:ea typeface="+mn-ea"/>
                <a:cs typeface="+mn-cs"/>
              </a:rPr>
              <a:t>Submitted</a:t>
            </a:r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D899EA88-D14D-EE4D-659B-31EFDB1D589E}"/>
              </a:ext>
            </a:extLst>
          </p:cNvPr>
          <p:cNvSpPr/>
          <p:nvPr/>
        </p:nvSpPr>
        <p:spPr>
          <a:xfrm>
            <a:off x="6471035" y="6059473"/>
            <a:ext cx="1433688" cy="459577"/>
          </a:xfrm>
          <a:custGeom>
            <a:avLst/>
            <a:gdLst>
              <a:gd name="csX0" fmla="*/ 0 w 1433688"/>
              <a:gd name="csY0" fmla="*/ 0 h 459577"/>
              <a:gd name="csX1" fmla="*/ 1203899 w 1433688"/>
              <a:gd name="csY1" fmla="*/ 0 h 459577"/>
              <a:gd name="csX2" fmla="*/ 1433688 w 1433688"/>
              <a:gd name="csY2" fmla="*/ 229788 h 459577"/>
              <a:gd name="csX3" fmla="*/ 1203899 w 1433688"/>
              <a:gd name="csY3" fmla="*/ 459577 h 459577"/>
              <a:gd name="csX4" fmla="*/ 0 w 1433688"/>
              <a:gd name="csY4" fmla="*/ 459577 h 459577"/>
              <a:gd name="csX5" fmla="*/ 229789 w 1433688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1433688" h="459577">
                <a:moveTo>
                  <a:pt x="0" y="0"/>
                </a:moveTo>
                <a:lnTo>
                  <a:pt x="1203899" y="0"/>
                </a:lnTo>
                <a:lnTo>
                  <a:pt x="1433688" y="229788"/>
                </a:lnTo>
                <a:lnTo>
                  <a:pt x="1203899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21396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5334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Versioned</a:t>
            </a:r>
          </a:p>
        </p:txBody>
      </p:sp>
      <p:sp>
        <p:nvSpPr>
          <p:cNvPr id="8" name="Freeform: Shape 7">
            <a:extLst>
              <a:ext uri="{FF2B5EF4-FFF2-40B4-BE49-F238E27FC236}">
                <a16:creationId xmlns:a16="http://schemas.microsoft.com/office/drawing/2014/main" id="{19DE25C4-A370-94EB-6EAF-CF2BF5DB5A00}"/>
              </a:ext>
            </a:extLst>
          </p:cNvPr>
          <p:cNvSpPr/>
          <p:nvPr/>
        </p:nvSpPr>
        <p:spPr>
          <a:xfrm>
            <a:off x="7789829" y="6059473"/>
            <a:ext cx="1471050" cy="459577"/>
          </a:xfrm>
          <a:custGeom>
            <a:avLst/>
            <a:gdLst>
              <a:gd name="csX0" fmla="*/ 0 w 1471050"/>
              <a:gd name="csY0" fmla="*/ 0 h 459577"/>
              <a:gd name="csX1" fmla="*/ 1241261 w 1471050"/>
              <a:gd name="csY1" fmla="*/ 0 h 459577"/>
              <a:gd name="csX2" fmla="*/ 1471050 w 1471050"/>
              <a:gd name="csY2" fmla="*/ 229788 h 459577"/>
              <a:gd name="csX3" fmla="*/ 1241261 w 1471050"/>
              <a:gd name="csY3" fmla="*/ 459577 h 459577"/>
              <a:gd name="csX4" fmla="*/ 0 w 1471050"/>
              <a:gd name="csY4" fmla="*/ 459577 h 459577"/>
              <a:gd name="csX5" fmla="*/ 229789 w 1471050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1471050" h="459577">
                <a:moveTo>
                  <a:pt x="0" y="0"/>
                </a:moveTo>
                <a:lnTo>
                  <a:pt x="1241261" y="0"/>
                </a:lnTo>
                <a:lnTo>
                  <a:pt x="1471050" y="229788"/>
                </a:lnTo>
                <a:lnTo>
                  <a:pt x="1241261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E47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Conflict-free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41D2DA2C-9A6B-B0F2-A36E-EF1B2547350E}"/>
              </a:ext>
            </a:extLst>
          </p:cNvPr>
          <p:cNvSpPr/>
          <p:nvPr/>
        </p:nvSpPr>
        <p:spPr>
          <a:xfrm>
            <a:off x="9145985" y="6059473"/>
            <a:ext cx="1442499" cy="459577"/>
          </a:xfrm>
          <a:custGeom>
            <a:avLst/>
            <a:gdLst>
              <a:gd name="csX0" fmla="*/ 0 w 1442499"/>
              <a:gd name="csY0" fmla="*/ 0 h 459577"/>
              <a:gd name="csX1" fmla="*/ 1212710 w 1442499"/>
              <a:gd name="csY1" fmla="*/ 0 h 459577"/>
              <a:gd name="csX2" fmla="*/ 1442499 w 1442499"/>
              <a:gd name="csY2" fmla="*/ 229788 h 459577"/>
              <a:gd name="csX3" fmla="*/ 1212710 w 1442499"/>
              <a:gd name="csY3" fmla="*/ 459577 h 459577"/>
              <a:gd name="csX4" fmla="*/ 0 w 1442499"/>
              <a:gd name="csY4" fmla="*/ 459577 h 459577"/>
              <a:gd name="csX5" fmla="*/ 229789 w 1442499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1442499" h="459577">
                <a:moveTo>
                  <a:pt x="0" y="0"/>
                </a:moveTo>
                <a:lnTo>
                  <a:pt x="1212710" y="0"/>
                </a:lnTo>
                <a:lnTo>
                  <a:pt x="1442499" y="229788"/>
                </a:lnTo>
                <a:lnTo>
                  <a:pt x="1212710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213963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80010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Durable/ Committed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AAFD55C7-CA50-4976-4691-99736A3FFEAC}"/>
              </a:ext>
            </a:extLst>
          </p:cNvPr>
          <p:cNvSpPr/>
          <p:nvPr/>
        </p:nvSpPr>
        <p:spPr>
          <a:xfrm>
            <a:off x="10473590" y="6059473"/>
            <a:ext cx="1376451" cy="459577"/>
          </a:xfrm>
          <a:custGeom>
            <a:avLst/>
            <a:gdLst>
              <a:gd name="csX0" fmla="*/ 0 w 1376451"/>
              <a:gd name="csY0" fmla="*/ 0 h 459577"/>
              <a:gd name="csX1" fmla="*/ 1146662 w 1376451"/>
              <a:gd name="csY1" fmla="*/ 0 h 459577"/>
              <a:gd name="csX2" fmla="*/ 1376451 w 1376451"/>
              <a:gd name="csY2" fmla="*/ 229788 h 459577"/>
              <a:gd name="csX3" fmla="*/ 1146662 w 1376451"/>
              <a:gd name="csY3" fmla="*/ 459577 h 459577"/>
              <a:gd name="csX4" fmla="*/ 0 w 1376451"/>
              <a:gd name="csY4" fmla="*/ 459577 h 459577"/>
              <a:gd name="csX5" fmla="*/ 229789 w 1376451"/>
              <a:gd name="csY5" fmla="*/ 229788 h 459577"/>
            </a:gdLst>
            <a:ahLst/>
            <a:cxnLst>
              <a:cxn ang="0">
                <a:pos x="csX0" y="csY0"/>
              </a:cxn>
              <a:cxn ang="0">
                <a:pos x="csX1" y="csY1"/>
              </a:cxn>
              <a:cxn ang="0">
                <a:pos x="csX2" y="csY2"/>
              </a:cxn>
              <a:cxn ang="0">
                <a:pos x="csX3" y="csY3"/>
              </a:cxn>
              <a:cxn ang="0">
                <a:pos x="csX4" y="csY4"/>
              </a:cxn>
              <a:cxn ang="0">
                <a:pos x="csX5" y="csY5"/>
              </a:cxn>
            </a:cxnLst>
            <a:rect l="0" t="0" r="w" b="h"/>
            <a:pathLst>
              <a:path w="1376451" h="459577">
                <a:moveTo>
                  <a:pt x="0" y="0"/>
                </a:moveTo>
                <a:lnTo>
                  <a:pt x="1146662" y="0"/>
                </a:lnTo>
                <a:lnTo>
                  <a:pt x="1376451" y="229788"/>
                </a:lnTo>
                <a:lnTo>
                  <a:pt x="1146662" y="459577"/>
                </a:lnTo>
                <a:lnTo>
                  <a:pt x="0" y="459577"/>
                </a:lnTo>
                <a:lnTo>
                  <a:pt x="229789" y="229788"/>
                </a:lnTo>
                <a:close/>
              </a:path>
            </a:pathLst>
          </a:custGeom>
          <a:solidFill>
            <a:srgbClr val="E47937"/>
          </a:solidFill>
          <a:ln w="19050" cap="flat" cmpd="sng" algn="ctr">
            <a:noFill/>
            <a:prstDash val="solid"/>
            <a:miter lim="800000"/>
          </a:ln>
          <a:effectLst/>
        </p:spPr>
        <p:style>
          <a:lnRef idx="2">
            <a:scrgbClr r="0" g="0" b="0"/>
          </a:lnRef>
          <a:fillRef idx="1">
            <a:scrgbClr r="0" g="0" b="0"/>
          </a:fillRef>
          <a:effectRef idx="0">
            <a:scrgbClr r="0" g="0" b="0"/>
          </a:effectRef>
          <a:fontRef idx="minor">
            <a:schemeClr val="lt1"/>
          </a:fontRef>
        </p:style>
        <p:txBody>
          <a:bodyPr spcFirstLastPara="0" vert="horz" wrap="square" lIns="277795" tIns="16002" rIns="245790" bIns="16002" numCol="1" spcCol="1270" anchor="ctr" anchorCtr="0">
            <a:noAutofit/>
          </a:bodyPr>
          <a:lstStyle/>
          <a:p>
            <a:pPr marL="0" lvl="0" indent="0" algn="ctr" defTabSz="914400" rtl="0" eaLnBrk="1" latinLnBrk="0" hangingPunct="1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  <a:buNone/>
            </a:pPr>
            <a:r>
              <a:rPr lang="en-US" sz="1200" kern="1200" dirty="0">
                <a:solidFill>
                  <a:prstClr val="white"/>
                </a:solidFill>
                <a:latin typeface="Aptos" panose="02110004020202020204"/>
                <a:ea typeface="+mn-ea"/>
                <a:cs typeface="+mn-cs"/>
              </a:rPr>
              <a:t>Readable</a:t>
            </a:r>
          </a:p>
        </p:txBody>
      </p:sp>
      <p:sp>
        <p:nvSpPr>
          <p:cNvPr id="131" name="TextBox 130">
            <a:extLst>
              <a:ext uri="{FF2B5EF4-FFF2-40B4-BE49-F238E27FC236}">
                <a16:creationId xmlns:a16="http://schemas.microsoft.com/office/drawing/2014/main" id="{9DFA118A-78D6-9D02-1A2E-4AB5A4A6D940}"/>
              </a:ext>
            </a:extLst>
          </p:cNvPr>
          <p:cNvSpPr txBox="1"/>
          <p:nvPr/>
        </p:nvSpPr>
        <p:spPr>
          <a:xfrm rot="16200000">
            <a:off x="8174727" y="3740164"/>
            <a:ext cx="538930" cy="261610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algn="ctr"/>
            <a:r>
              <a:rPr lang="en-US" sz="1100" dirty="0" err="1"/>
              <a:t>TLogs</a:t>
            </a:r>
            <a:endParaRPr lang="en-US" sz="1100" dirty="0"/>
          </a:p>
        </p:txBody>
      </p:sp>
      <p:sp>
        <p:nvSpPr>
          <p:cNvPr id="132" name="Rectangle: Rounded Corners 131">
            <a:extLst>
              <a:ext uri="{FF2B5EF4-FFF2-40B4-BE49-F238E27FC236}">
                <a16:creationId xmlns:a16="http://schemas.microsoft.com/office/drawing/2014/main" id="{89F43468-2E15-9173-517D-F8A0A7914066}"/>
              </a:ext>
            </a:extLst>
          </p:cNvPr>
          <p:cNvSpPr/>
          <p:nvPr/>
        </p:nvSpPr>
        <p:spPr>
          <a:xfrm rot="10800000">
            <a:off x="8586586" y="3601504"/>
            <a:ext cx="1986906" cy="475788"/>
          </a:xfrm>
          <a:prstGeom prst="roundRect">
            <a:avLst/>
          </a:prstGeom>
          <a:noFill/>
        </p:spPr>
        <p:style>
          <a:lnRef idx="2">
            <a:schemeClr val="accent1">
              <a:shade val="15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45" name="Graphic 344">
            <a:extLst>
              <a:ext uri="{FF2B5EF4-FFF2-40B4-BE49-F238E27FC236}">
                <a16:creationId xmlns:a16="http://schemas.microsoft.com/office/drawing/2014/main" id="{881C3585-CC07-901A-6571-54607938782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8744504" y="3649323"/>
            <a:ext cx="367650" cy="358076"/>
          </a:xfrm>
          <a:prstGeom prst="rect">
            <a:avLst/>
          </a:prstGeom>
        </p:spPr>
      </p:pic>
      <p:pic>
        <p:nvPicPr>
          <p:cNvPr id="347" name="Graphic 346">
            <a:extLst>
              <a:ext uri="{FF2B5EF4-FFF2-40B4-BE49-F238E27FC236}">
                <a16:creationId xmlns:a16="http://schemas.microsoft.com/office/drawing/2014/main" id="{7F31DD01-8ED6-8751-F012-3EC2F9A472E0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7"/>
              </a:ext>
            </a:extLst>
          </a:blip>
          <a:stretch>
            <a:fillRect/>
          </a:stretch>
        </p:blipFill>
        <p:spPr>
          <a:xfrm>
            <a:off x="10047925" y="3645424"/>
            <a:ext cx="367650" cy="358076"/>
          </a:xfrm>
          <a:prstGeom prst="rect">
            <a:avLst/>
          </a:prstGeom>
        </p:spPr>
      </p:pic>
      <p:pic>
        <p:nvPicPr>
          <p:cNvPr id="383" name="Graphic 382">
            <a:extLst>
              <a:ext uri="{FF2B5EF4-FFF2-40B4-BE49-F238E27FC236}">
                <a16:creationId xmlns:a16="http://schemas.microsoft.com/office/drawing/2014/main" id="{67B256CB-7669-72BA-1FA9-A273E2858512}"/>
              </a:ext>
            </a:extLst>
          </p:cNvPr>
          <p:cNvPicPr>
            <a:picLocks noChangeAspect="1"/>
          </p:cNvPicPr>
          <p:nvPr/>
        </p:nvPicPr>
        <p:blipFill>
          <a:blip>
            <a:extLst>
              <a:ext uri="{96DAC541-7B7A-43D3-8B79-37D633B846F1}">
                <asvg:svgBlip xmlns:asvg="http://schemas.microsoft.com/office/drawing/2016/SVG/main" r:embed="rId8"/>
              </a:ext>
            </a:extLst>
          </a:blip>
          <a:stretch>
            <a:fillRect/>
          </a:stretch>
        </p:blipFill>
        <p:spPr>
          <a:xfrm>
            <a:off x="4292145" y="763673"/>
            <a:ext cx="417611" cy="417611"/>
          </a:xfrm>
          <a:prstGeom prst="rect">
            <a:avLst/>
          </a:prstGeom>
        </p:spPr>
      </p:pic>
      <p:cxnSp>
        <p:nvCxnSpPr>
          <p:cNvPr id="402" name="Straight Connector 401">
            <a:extLst>
              <a:ext uri="{FF2B5EF4-FFF2-40B4-BE49-F238E27FC236}">
                <a16:creationId xmlns:a16="http://schemas.microsoft.com/office/drawing/2014/main" id="{BA108DF4-CCF6-AE23-D6D6-1054365C0093}"/>
              </a:ext>
            </a:extLst>
          </p:cNvPr>
          <p:cNvCxnSpPr>
            <a:cxnSpLocks/>
          </p:cNvCxnSpPr>
          <p:nvPr/>
        </p:nvCxnSpPr>
        <p:spPr>
          <a:xfrm flipH="1">
            <a:off x="2784711" y="4270504"/>
            <a:ext cx="0" cy="2363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4" name="Straight Connector 403">
            <a:extLst>
              <a:ext uri="{FF2B5EF4-FFF2-40B4-BE49-F238E27FC236}">
                <a16:creationId xmlns:a16="http://schemas.microsoft.com/office/drawing/2014/main" id="{066F0FFC-3351-85AD-F96F-4FBF5FF95276}"/>
              </a:ext>
            </a:extLst>
          </p:cNvPr>
          <p:cNvCxnSpPr>
            <a:cxnSpLocks/>
          </p:cNvCxnSpPr>
          <p:nvPr/>
        </p:nvCxnSpPr>
        <p:spPr>
          <a:xfrm flipH="1">
            <a:off x="5221197" y="4270504"/>
            <a:ext cx="0" cy="236344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7" name="Straight Connector 406">
            <a:extLst>
              <a:ext uri="{FF2B5EF4-FFF2-40B4-BE49-F238E27FC236}">
                <a16:creationId xmlns:a16="http://schemas.microsoft.com/office/drawing/2014/main" id="{39E4F085-86EA-CB96-65B6-7D025DF53390}"/>
              </a:ext>
            </a:extLst>
          </p:cNvPr>
          <p:cNvCxnSpPr>
            <a:cxnSpLocks/>
          </p:cNvCxnSpPr>
          <p:nvPr/>
        </p:nvCxnSpPr>
        <p:spPr>
          <a:xfrm flipH="1">
            <a:off x="7904723" y="2324214"/>
            <a:ext cx="0" cy="43097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09" name="Straight Connector 408">
            <a:extLst>
              <a:ext uri="{FF2B5EF4-FFF2-40B4-BE49-F238E27FC236}">
                <a16:creationId xmlns:a16="http://schemas.microsoft.com/office/drawing/2014/main" id="{92C559B4-0CF3-13D3-30FE-5852DAA9ABB4}"/>
              </a:ext>
            </a:extLst>
          </p:cNvPr>
          <p:cNvCxnSpPr>
            <a:cxnSpLocks/>
          </p:cNvCxnSpPr>
          <p:nvPr/>
        </p:nvCxnSpPr>
        <p:spPr>
          <a:xfrm flipH="1">
            <a:off x="9260879" y="2324214"/>
            <a:ext cx="0" cy="4309730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411" name="Straight Connector 410">
            <a:extLst>
              <a:ext uri="{FF2B5EF4-FFF2-40B4-BE49-F238E27FC236}">
                <a16:creationId xmlns:a16="http://schemas.microsoft.com/office/drawing/2014/main" id="{C4AF0538-159F-C857-DBFD-EB1303528096}"/>
              </a:ext>
            </a:extLst>
          </p:cNvPr>
          <p:cNvCxnSpPr>
            <a:cxnSpLocks/>
          </p:cNvCxnSpPr>
          <p:nvPr/>
        </p:nvCxnSpPr>
        <p:spPr>
          <a:xfrm>
            <a:off x="10588484" y="5442817"/>
            <a:ext cx="0" cy="1191127"/>
          </a:xfrm>
          <a:prstGeom prst="line">
            <a:avLst/>
          </a:prstGeom>
          <a:ln>
            <a:solidFill>
              <a:schemeClr val="bg1">
                <a:lumMod val="65000"/>
              </a:schemeClr>
            </a:solidFill>
            <a:prstDash val="sysDot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414" name="TextBox 413">
            <a:extLst>
              <a:ext uri="{FF2B5EF4-FFF2-40B4-BE49-F238E27FC236}">
                <a16:creationId xmlns:a16="http://schemas.microsoft.com/office/drawing/2014/main" id="{0ED23A0C-051E-B2E5-7D67-9E88648BBAE6}"/>
              </a:ext>
            </a:extLst>
          </p:cNvPr>
          <p:cNvSpPr txBox="1"/>
          <p:nvPr/>
        </p:nvSpPr>
        <p:spPr>
          <a:xfrm>
            <a:off x="9905881" y="5442817"/>
            <a:ext cx="752205" cy="4001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>
            <a:defPPr>
              <a:defRPr lang="es-ES"/>
            </a:defPPr>
            <a:lvl1pPr>
              <a:defRPr sz="1000"/>
            </a:lvl1pPr>
          </a:lstStyle>
          <a:p>
            <a:pPr algn="ctr"/>
            <a:r>
              <a:rPr lang="en-US" dirty="0"/>
              <a:t>Apply mutations</a:t>
            </a:r>
          </a:p>
        </p:txBody>
      </p:sp>
      <p:cxnSp>
        <p:nvCxnSpPr>
          <p:cNvPr id="415" name="Straight Arrow Connector 414">
            <a:extLst>
              <a:ext uri="{FF2B5EF4-FFF2-40B4-BE49-F238E27FC236}">
                <a16:creationId xmlns:a16="http://schemas.microsoft.com/office/drawing/2014/main" id="{4203597E-E9C0-9602-4958-7A7DC5712FEE}"/>
              </a:ext>
            </a:extLst>
          </p:cNvPr>
          <p:cNvCxnSpPr>
            <a:cxnSpLocks/>
          </p:cNvCxnSpPr>
          <p:nvPr/>
        </p:nvCxnSpPr>
        <p:spPr>
          <a:xfrm flipH="1">
            <a:off x="10076511" y="5368898"/>
            <a:ext cx="512790" cy="0"/>
          </a:xfrm>
          <a:prstGeom prst="straightConnector1">
            <a:avLst/>
          </a:prstGeom>
          <a:ln>
            <a:headEnd type="stealth" w="lg" len="lg"/>
            <a:tailEnd type="none" w="lg" len="lg"/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67" name="TextBox 166">
            <a:extLst>
              <a:ext uri="{FF2B5EF4-FFF2-40B4-BE49-F238E27FC236}">
                <a16:creationId xmlns:a16="http://schemas.microsoft.com/office/drawing/2014/main" id="{7970CD1D-5713-083E-A119-CD68BC21685F}"/>
              </a:ext>
            </a:extLst>
          </p:cNvPr>
          <p:cNvSpPr txBox="1"/>
          <p:nvPr/>
        </p:nvSpPr>
        <p:spPr>
          <a:xfrm rot="16200000">
            <a:off x="6518657" y="3694092"/>
            <a:ext cx="788566" cy="26161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US" sz="1100" dirty="0"/>
              <a:t>Resolvers</a:t>
            </a:r>
          </a:p>
        </p:txBody>
      </p:sp>
      <p:grpSp>
        <p:nvGrpSpPr>
          <p:cNvPr id="343" name="Group 342">
            <a:extLst>
              <a:ext uri="{FF2B5EF4-FFF2-40B4-BE49-F238E27FC236}">
                <a16:creationId xmlns:a16="http://schemas.microsoft.com/office/drawing/2014/main" id="{5A1B88E9-D87F-DBF3-66A1-E7D9F4C1E4F5}"/>
              </a:ext>
            </a:extLst>
          </p:cNvPr>
          <p:cNvGrpSpPr/>
          <p:nvPr/>
        </p:nvGrpSpPr>
        <p:grpSpPr>
          <a:xfrm rot="10800000">
            <a:off x="7036449" y="3601504"/>
            <a:ext cx="1167769" cy="475788"/>
            <a:chOff x="7327801" y="2233389"/>
            <a:chExt cx="1167769" cy="475788"/>
          </a:xfrm>
        </p:grpSpPr>
        <p:sp>
          <p:nvSpPr>
            <p:cNvPr id="172" name="Rectangle: Rounded Corners 171">
              <a:extLst>
                <a:ext uri="{FF2B5EF4-FFF2-40B4-BE49-F238E27FC236}">
                  <a16:creationId xmlns:a16="http://schemas.microsoft.com/office/drawing/2014/main" id="{89D415C4-3EBE-8725-732E-4F133C09C799}"/>
                </a:ext>
              </a:extLst>
            </p:cNvPr>
            <p:cNvSpPr/>
            <p:nvPr/>
          </p:nvSpPr>
          <p:spPr>
            <a:xfrm>
              <a:off x="7327801" y="2233389"/>
              <a:ext cx="1167769" cy="475788"/>
            </a:xfrm>
            <a:prstGeom prst="roundRect">
              <a:avLst/>
            </a:prstGeom>
            <a:solidFill>
              <a:schemeClr val="bg1"/>
            </a:solidFill>
          </p:spPr>
          <p:style>
            <a:lnRef idx="2">
              <a:schemeClr val="accent1">
                <a:shade val="15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US"/>
            </a:p>
          </p:txBody>
        </p:sp>
        <p:grpSp>
          <p:nvGrpSpPr>
            <p:cNvPr id="42" name="Group 41">
              <a:extLst>
                <a:ext uri="{FF2B5EF4-FFF2-40B4-BE49-F238E27FC236}">
                  <a16:creationId xmlns:a16="http://schemas.microsoft.com/office/drawing/2014/main" id="{E263349D-B339-7D9A-902F-F0AE2E91D28E}"/>
                </a:ext>
              </a:extLst>
            </p:cNvPr>
            <p:cNvGrpSpPr/>
            <p:nvPr/>
          </p:nvGrpSpPr>
          <p:grpSpPr>
            <a:xfrm>
              <a:off x="7465463" y="2307167"/>
              <a:ext cx="905174" cy="328232"/>
              <a:chOff x="4993907" y="2703716"/>
              <a:chExt cx="905174" cy="328232"/>
            </a:xfrm>
          </p:grpSpPr>
          <p:pic>
            <p:nvPicPr>
              <p:cNvPr id="39" name="Graphic 38">
                <a:extLst>
                  <a:ext uri="{FF2B5EF4-FFF2-40B4-BE49-F238E27FC236}">
                    <a16:creationId xmlns:a16="http://schemas.microsoft.com/office/drawing/2014/main" id="{F9AE8EF5-565F-F845-C377-6A540A0CFA13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4993907" y="2703716"/>
                <a:ext cx="328232" cy="328232"/>
              </a:xfrm>
              <a:prstGeom prst="rect">
                <a:avLst/>
              </a:prstGeom>
            </p:spPr>
          </p:pic>
          <p:pic>
            <p:nvPicPr>
              <p:cNvPr id="41" name="Graphic 40">
                <a:extLst>
                  <a:ext uri="{FF2B5EF4-FFF2-40B4-BE49-F238E27FC236}">
                    <a16:creationId xmlns:a16="http://schemas.microsoft.com/office/drawing/2014/main" id="{49B57220-B41E-2EF4-0F99-B7C14F140687}"/>
                  </a:ext>
                </a:extLst>
              </p:cNvPr>
              <p:cNvPicPr>
                <a:picLocks noChangeAspect="1"/>
              </p:cNvPicPr>
              <p:nvPr/>
            </p:nvPicPr>
            <p:blipFill>
              <a:blip>
                <a:extLst>
                  <a:ext uri="{96DAC541-7B7A-43D3-8B79-37D633B846F1}">
                    <asvg:svgBlip xmlns:asvg="http://schemas.microsoft.com/office/drawing/2016/SVG/main" r:embed="rId9"/>
                  </a:ext>
                </a:extLst>
              </a:blip>
              <a:stretch>
                <a:fillRect/>
              </a:stretch>
            </p:blipFill>
            <p:spPr>
              <a:xfrm>
                <a:off x="5570849" y="2703716"/>
                <a:ext cx="328232" cy="328232"/>
              </a:xfrm>
              <a:prstGeom prst="rect">
                <a:avLst/>
              </a:prstGeom>
            </p:spPr>
          </p:pic>
        </p:grpSp>
      </p:grp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232</TotalTime>
  <Words>66</Words>
  <Application>Microsoft Office PowerPoint</Application>
  <PresentationFormat>Widescreen</PresentationFormat>
  <Paragraphs>41</Paragraphs>
  <Slides>1</Slides>
  <Notes>1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</vt:i4>
      </vt:variant>
    </vt:vector>
  </HeadingPairs>
  <TitlesOfParts>
    <vt:vector size="5" baseType="lpstr">
      <vt:lpstr>Aptos</vt:lpstr>
      <vt:lpstr>Aptos Display</vt:lpstr>
      <vt:lpstr>Arial</vt:lpstr>
      <vt:lpstr>Office Theme</vt:lpstr>
      <vt:lpstr>PowerPoint Presentation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Ricardo Jimenez-Peris</dc:creator>
  <cp:lastModifiedBy>Ricardo Jimenez-Peris</cp:lastModifiedBy>
  <cp:revision>21</cp:revision>
  <dcterms:created xsi:type="dcterms:W3CDTF">2026-09-11T15:59:56Z</dcterms:created>
  <dcterms:modified xsi:type="dcterms:W3CDTF">2026-09-12T15:00:20Z</dcterms:modified>
</cp:coreProperties>
</file>